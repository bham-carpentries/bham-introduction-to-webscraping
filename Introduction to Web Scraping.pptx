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4" r:id="rId4"/>
    <p:sldId id="275" r:id="rId5"/>
    <p:sldId id="277" r:id="rId6"/>
    <p:sldId id="276" r:id="rId7"/>
    <p:sldId id="278" r:id="rId8"/>
    <p:sldId id="259" r:id="rId9"/>
    <p:sldId id="260" r:id="rId10"/>
    <p:sldId id="268" r:id="rId11"/>
    <p:sldId id="262" r:id="rId12"/>
    <p:sldId id="270" r:id="rId13"/>
    <p:sldId id="271" r:id="rId14"/>
    <p:sldId id="272" r:id="rId15"/>
    <p:sldId id="263" r:id="rId16"/>
    <p:sldId id="264" r:id="rId17"/>
    <p:sldId id="273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3B549D-278A-4A59-A823-408B53456B91}" v="38" dt="2026-06-29T16:59:10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Brown (Advanced Research Computing)" userId="1a26bf97-cc65-4962-b1c9-f482974b10b6" providerId="ADAL" clId="{31240669-A139-4487-A095-57964DDBD73A}"/>
    <pc:docChg chg="undo redo custSel addSld delSld modSld sldOrd delMainMaster">
      <pc:chgData name="Louise Brown (Advanced Research Computing)" userId="1a26bf97-cc65-4962-b1c9-f482974b10b6" providerId="ADAL" clId="{31240669-A139-4487-A095-57964DDBD73A}" dt="2026-06-29T17:02:25.198" v="2887" actId="122"/>
      <pc:docMkLst>
        <pc:docMk/>
      </pc:docMkLst>
      <pc:sldChg chg="modSp mod">
        <pc:chgData name="Louise Brown (Advanced Research Computing)" userId="1a26bf97-cc65-4962-b1c9-f482974b10b6" providerId="ADAL" clId="{31240669-A139-4487-A095-57964DDBD73A}" dt="2026-06-29T17:01:54.245" v="2882" actId="122"/>
        <pc:sldMkLst>
          <pc:docMk/>
          <pc:sldMk cId="1223173470" sldId="259"/>
        </pc:sldMkLst>
        <pc:spChg chg="mod">
          <ac:chgData name="Louise Brown (Advanced Research Computing)" userId="1a26bf97-cc65-4962-b1c9-f482974b10b6" providerId="ADAL" clId="{31240669-A139-4487-A095-57964DDBD73A}" dt="2026-06-29T17:01:54.245" v="2882" actId="122"/>
          <ac:spMkLst>
            <pc:docMk/>
            <pc:sldMk cId="1223173470" sldId="259"/>
            <ac:spMk id="2" creationId="{A1C0AA22-98CD-700F-DA5E-1DA39DC34C88}"/>
          </ac:spMkLst>
        </pc:spChg>
      </pc:sldChg>
      <pc:sldChg chg="modSp mod">
        <pc:chgData name="Louise Brown (Advanced Research Computing)" userId="1a26bf97-cc65-4962-b1c9-f482974b10b6" providerId="ADAL" clId="{31240669-A139-4487-A095-57964DDBD73A}" dt="2026-06-29T17:01:57.731" v="2883" actId="122"/>
        <pc:sldMkLst>
          <pc:docMk/>
          <pc:sldMk cId="166184496" sldId="260"/>
        </pc:sldMkLst>
        <pc:spChg chg="mod">
          <ac:chgData name="Louise Brown (Advanced Research Computing)" userId="1a26bf97-cc65-4962-b1c9-f482974b10b6" providerId="ADAL" clId="{31240669-A139-4487-A095-57964DDBD73A}" dt="2026-06-29T17:01:57.731" v="2883" actId="122"/>
          <ac:spMkLst>
            <pc:docMk/>
            <pc:sldMk cId="166184496" sldId="260"/>
            <ac:spMk id="2" creationId="{0CF44166-3037-0D08-1E15-C9913A060B4D}"/>
          </ac:spMkLst>
        </pc:spChg>
      </pc:sldChg>
      <pc:sldChg chg="ord">
        <pc:chgData name="Louise Brown (Advanced Research Computing)" userId="1a26bf97-cc65-4962-b1c9-f482974b10b6" providerId="ADAL" clId="{31240669-A139-4487-A095-57964DDBD73A}" dt="2026-06-24T14:02:24.724" v="903"/>
        <pc:sldMkLst>
          <pc:docMk/>
          <pc:sldMk cId="3387996650" sldId="261"/>
        </pc:sldMkLst>
      </pc:sldChg>
      <pc:sldChg chg="modSp mod">
        <pc:chgData name="Louise Brown (Advanced Research Computing)" userId="1a26bf97-cc65-4962-b1c9-f482974b10b6" providerId="ADAL" clId="{31240669-A139-4487-A095-57964DDBD73A}" dt="2026-06-24T15:49:55.274" v="1264" actId="20577"/>
        <pc:sldMkLst>
          <pc:docMk/>
          <pc:sldMk cId="4091479220" sldId="262"/>
        </pc:sldMkLst>
        <pc:spChg chg="mod">
          <ac:chgData name="Louise Brown (Advanced Research Computing)" userId="1a26bf97-cc65-4962-b1c9-f482974b10b6" providerId="ADAL" clId="{31240669-A139-4487-A095-57964DDBD73A}" dt="2026-06-24T15:49:55.274" v="1264" actId="20577"/>
          <ac:spMkLst>
            <pc:docMk/>
            <pc:sldMk cId="4091479220" sldId="262"/>
            <ac:spMk id="4" creationId="{9A2AEFFA-200D-D500-21A7-99A4A7DF5C91}"/>
          </ac:spMkLst>
        </pc:spChg>
        <pc:picChg chg="mod">
          <ac:chgData name="Louise Brown (Advanced Research Computing)" userId="1a26bf97-cc65-4962-b1c9-f482974b10b6" providerId="ADAL" clId="{31240669-A139-4487-A095-57964DDBD73A}" dt="2026-06-24T15:40:18.312" v="1097" actId="1076"/>
          <ac:picMkLst>
            <pc:docMk/>
            <pc:sldMk cId="4091479220" sldId="262"/>
            <ac:picMk id="3" creationId="{E620C391-20C5-6C32-725C-F3CDA73D450C}"/>
          </ac:picMkLst>
        </pc:picChg>
      </pc:sldChg>
      <pc:sldChg chg="modSp mod">
        <pc:chgData name="Louise Brown (Advanced Research Computing)" userId="1a26bf97-cc65-4962-b1c9-f482974b10b6" providerId="ADAL" clId="{31240669-A139-4487-A095-57964DDBD73A}" dt="2026-06-29T17:02:08.738" v="2884" actId="122"/>
        <pc:sldMkLst>
          <pc:docMk/>
          <pc:sldMk cId="1539340951" sldId="263"/>
        </pc:sldMkLst>
        <pc:spChg chg="mod">
          <ac:chgData name="Louise Brown (Advanced Research Computing)" userId="1a26bf97-cc65-4962-b1c9-f482974b10b6" providerId="ADAL" clId="{31240669-A139-4487-A095-57964DDBD73A}" dt="2026-06-29T17:02:08.738" v="2884" actId="122"/>
          <ac:spMkLst>
            <pc:docMk/>
            <pc:sldMk cId="1539340951" sldId="263"/>
            <ac:spMk id="2" creationId="{24928B5C-1A88-B4C4-5A3C-F47521383AC3}"/>
          </ac:spMkLst>
        </pc:spChg>
      </pc:sldChg>
      <pc:sldChg chg="modSp mod">
        <pc:chgData name="Louise Brown (Advanced Research Computing)" userId="1a26bf97-cc65-4962-b1c9-f482974b10b6" providerId="ADAL" clId="{31240669-A139-4487-A095-57964DDBD73A}" dt="2026-06-29T17:02:14.203" v="2885" actId="122"/>
        <pc:sldMkLst>
          <pc:docMk/>
          <pc:sldMk cId="3126166857" sldId="264"/>
        </pc:sldMkLst>
        <pc:spChg chg="mod">
          <ac:chgData name="Louise Brown (Advanced Research Computing)" userId="1a26bf97-cc65-4962-b1c9-f482974b10b6" providerId="ADAL" clId="{31240669-A139-4487-A095-57964DDBD73A}" dt="2026-06-29T17:02:14.203" v="2885" actId="122"/>
          <ac:spMkLst>
            <pc:docMk/>
            <pc:sldMk cId="3126166857" sldId="264"/>
            <ac:spMk id="2" creationId="{FCC965EE-9C4A-AB47-3B1A-4DEAC42DA56D}"/>
          </ac:spMkLst>
        </pc:spChg>
      </pc:sldChg>
      <pc:sldChg chg="modSp mod">
        <pc:chgData name="Louise Brown (Advanced Research Computing)" userId="1a26bf97-cc65-4962-b1c9-f482974b10b6" providerId="ADAL" clId="{31240669-A139-4487-A095-57964DDBD73A}" dt="2026-06-29T17:02:25.198" v="2887" actId="122"/>
        <pc:sldMkLst>
          <pc:docMk/>
          <pc:sldMk cId="4021048157" sldId="265"/>
        </pc:sldMkLst>
        <pc:spChg chg="mod">
          <ac:chgData name="Louise Brown (Advanced Research Computing)" userId="1a26bf97-cc65-4962-b1c9-f482974b10b6" providerId="ADAL" clId="{31240669-A139-4487-A095-57964DDBD73A}" dt="2026-06-29T17:02:25.198" v="2887" actId="122"/>
          <ac:spMkLst>
            <pc:docMk/>
            <pc:sldMk cId="4021048157" sldId="265"/>
            <ac:spMk id="2" creationId="{0CFE0A42-F4D5-382F-621D-DC3BE775C062}"/>
          </ac:spMkLst>
        </pc:spChg>
      </pc:sldChg>
      <pc:sldChg chg="modSp new del mod">
        <pc:chgData name="Louise Brown (Advanced Research Computing)" userId="1a26bf97-cc65-4962-b1c9-f482974b10b6" providerId="ADAL" clId="{31240669-A139-4487-A095-57964DDBD73A}" dt="2026-06-29T15:39:43.493" v="2361" actId="47"/>
        <pc:sldMkLst>
          <pc:docMk/>
          <pc:sldMk cId="2198888310" sldId="266"/>
        </pc:sldMkLst>
      </pc:sldChg>
      <pc:sldChg chg="modSp new del mod">
        <pc:chgData name="Louise Brown (Advanced Research Computing)" userId="1a26bf97-cc65-4962-b1c9-f482974b10b6" providerId="ADAL" clId="{31240669-A139-4487-A095-57964DDBD73A}" dt="2026-06-29T16:54:22.886" v="2569" actId="47"/>
        <pc:sldMkLst>
          <pc:docMk/>
          <pc:sldMk cId="260137246" sldId="267"/>
        </pc:sldMkLst>
      </pc:sldChg>
      <pc:sldChg chg="addSp modSp new mod">
        <pc:chgData name="Louise Brown (Advanced Research Computing)" userId="1a26bf97-cc65-4962-b1c9-f482974b10b6" providerId="ADAL" clId="{31240669-A139-4487-A095-57964DDBD73A}" dt="2026-06-29T17:00:04.238" v="2880" actId="122"/>
        <pc:sldMkLst>
          <pc:docMk/>
          <pc:sldMk cId="1501817245" sldId="268"/>
        </pc:sldMkLst>
        <pc:spChg chg="mod">
          <ac:chgData name="Louise Brown (Advanced Research Computing)" userId="1a26bf97-cc65-4962-b1c9-f482974b10b6" providerId="ADAL" clId="{31240669-A139-4487-A095-57964DDBD73A}" dt="2026-06-29T17:00:04.238" v="2880" actId="122"/>
          <ac:spMkLst>
            <pc:docMk/>
            <pc:sldMk cId="1501817245" sldId="268"/>
            <ac:spMk id="2" creationId="{E428AAE5-5426-A83E-59B1-BA69EAB9C17C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6:59:57.653" v="2879" actId="20577"/>
          <ac:spMkLst>
            <pc:docMk/>
            <pc:sldMk cId="1501817245" sldId="268"/>
            <ac:spMk id="4" creationId="{34C7444B-40F9-39C9-E477-15D2B041A9FF}"/>
          </ac:spMkLst>
        </pc:spChg>
      </pc:sldChg>
      <pc:sldChg chg="modSp new del mod">
        <pc:chgData name="Louise Brown (Advanced Research Computing)" userId="1a26bf97-cc65-4962-b1c9-f482974b10b6" providerId="ADAL" clId="{31240669-A139-4487-A095-57964DDBD73A}" dt="2026-06-29T17:01:17.834" v="2881" actId="47"/>
        <pc:sldMkLst>
          <pc:docMk/>
          <pc:sldMk cId="836583171" sldId="269"/>
        </pc:sldMkLst>
        <pc:spChg chg="mod">
          <ac:chgData name="Louise Brown (Advanced Research Computing)" userId="1a26bf97-cc65-4962-b1c9-f482974b10b6" providerId="ADAL" clId="{31240669-A139-4487-A095-57964DDBD73A}" dt="2026-06-24T15:11:55.821" v="1089" actId="27636"/>
          <ac:spMkLst>
            <pc:docMk/>
            <pc:sldMk cId="836583171" sldId="269"/>
            <ac:spMk id="2" creationId="{FD1AA7C2-6B86-2F5D-C43C-7095C2228B39}"/>
          </ac:spMkLst>
        </pc:spChg>
      </pc:sldChg>
      <pc:sldChg chg="addSp delSp modSp add mod">
        <pc:chgData name="Louise Brown (Advanced Research Computing)" userId="1a26bf97-cc65-4962-b1c9-f482974b10b6" providerId="ADAL" clId="{31240669-A139-4487-A095-57964DDBD73A}" dt="2026-06-24T15:49:47.442" v="1260" actId="20577"/>
        <pc:sldMkLst>
          <pc:docMk/>
          <pc:sldMk cId="3713871919" sldId="270"/>
        </pc:sldMkLst>
        <pc:spChg chg="mod">
          <ac:chgData name="Louise Brown (Advanced Research Computing)" userId="1a26bf97-cc65-4962-b1c9-f482974b10b6" providerId="ADAL" clId="{31240669-A139-4487-A095-57964DDBD73A}" dt="2026-06-24T15:49:47.442" v="1260" actId="20577"/>
          <ac:spMkLst>
            <pc:docMk/>
            <pc:sldMk cId="3713871919" sldId="270"/>
            <ac:spMk id="4" creationId="{B0470AAD-CEB0-56CF-C752-AC01D685586C}"/>
          </ac:spMkLst>
        </pc:spChg>
        <pc:spChg chg="add mod">
          <ac:chgData name="Louise Brown (Advanced Research Computing)" userId="1a26bf97-cc65-4962-b1c9-f482974b10b6" providerId="ADAL" clId="{31240669-A139-4487-A095-57964DDBD73A}" dt="2026-06-24T15:49:07.905" v="1245" actId="20577"/>
          <ac:spMkLst>
            <pc:docMk/>
            <pc:sldMk cId="3713871919" sldId="270"/>
            <ac:spMk id="9" creationId="{53AFA632-82D0-D0AB-E25B-64260A4BEFD6}"/>
          </ac:spMkLst>
        </pc:spChg>
        <pc:spChg chg="add mod">
          <ac:chgData name="Louise Brown (Advanced Research Computing)" userId="1a26bf97-cc65-4962-b1c9-f482974b10b6" providerId="ADAL" clId="{31240669-A139-4487-A095-57964DDBD73A}" dt="2026-06-24T15:45:00.315" v="1169" actId="1076"/>
          <ac:spMkLst>
            <pc:docMk/>
            <pc:sldMk cId="3713871919" sldId="270"/>
            <ac:spMk id="15" creationId="{4A4B5796-EEE3-9D95-8936-005B49829055}"/>
          </ac:spMkLst>
        </pc:spChg>
        <pc:cxnChg chg="add">
          <ac:chgData name="Louise Brown (Advanced Research Computing)" userId="1a26bf97-cc65-4962-b1c9-f482974b10b6" providerId="ADAL" clId="{31240669-A139-4487-A095-57964DDBD73A}" dt="2026-06-24T15:39:04.459" v="1091" actId="11529"/>
          <ac:cxnSpMkLst>
            <pc:docMk/>
            <pc:sldMk cId="3713871919" sldId="270"/>
            <ac:cxnSpMk id="5" creationId="{58AB14D2-49AA-0600-ADD2-D29AC5AF343F}"/>
          </ac:cxnSpMkLst>
        </pc:cxnChg>
        <pc:cxnChg chg="add">
          <ac:chgData name="Louise Brown (Advanced Research Computing)" userId="1a26bf97-cc65-4962-b1c9-f482974b10b6" providerId="ADAL" clId="{31240669-A139-4487-A095-57964DDBD73A}" dt="2026-06-24T15:39:22.564" v="1092" actId="11529"/>
          <ac:cxnSpMkLst>
            <pc:docMk/>
            <pc:sldMk cId="3713871919" sldId="270"/>
            <ac:cxnSpMk id="7" creationId="{8E9EE563-88DA-5C17-075A-71F0C8B6C9FB}"/>
          </ac:cxnSpMkLst>
        </pc:cxnChg>
        <pc:cxnChg chg="add">
          <ac:chgData name="Louise Brown (Advanced Research Computing)" userId="1a26bf97-cc65-4962-b1c9-f482974b10b6" providerId="ADAL" clId="{31240669-A139-4487-A095-57964DDBD73A}" dt="2026-06-24T15:43:02.754" v="1107" actId="11529"/>
          <ac:cxnSpMkLst>
            <pc:docMk/>
            <pc:sldMk cId="3713871919" sldId="270"/>
            <ac:cxnSpMk id="11" creationId="{A9DC651A-E435-F551-CAAE-25C40451902E}"/>
          </ac:cxnSpMkLst>
        </pc:cxnChg>
        <pc:cxnChg chg="add">
          <ac:chgData name="Louise Brown (Advanced Research Computing)" userId="1a26bf97-cc65-4962-b1c9-f482974b10b6" providerId="ADAL" clId="{31240669-A139-4487-A095-57964DDBD73A}" dt="2026-06-24T15:43:15.388" v="1108" actId="11529"/>
          <ac:cxnSpMkLst>
            <pc:docMk/>
            <pc:sldMk cId="3713871919" sldId="270"/>
            <ac:cxnSpMk id="13" creationId="{F9D9A22E-A2F6-9749-70BE-D374ACC31F54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4T15:50:19.850" v="1285" actId="20577"/>
        <pc:sldMkLst>
          <pc:docMk/>
          <pc:sldMk cId="389359903" sldId="271"/>
        </pc:sldMkLst>
        <pc:spChg chg="mod">
          <ac:chgData name="Louise Brown (Advanced Research Computing)" userId="1a26bf97-cc65-4962-b1c9-f482974b10b6" providerId="ADAL" clId="{31240669-A139-4487-A095-57964DDBD73A}" dt="2026-06-24T15:49:37.922" v="1256" actId="20577"/>
          <ac:spMkLst>
            <pc:docMk/>
            <pc:sldMk cId="389359903" sldId="271"/>
            <ac:spMk id="4" creationId="{EE51855A-C066-81E5-E0F3-4D0362DECC31}"/>
          </ac:spMkLst>
        </pc:spChg>
        <pc:spChg chg="add mod">
          <ac:chgData name="Louise Brown (Advanced Research Computing)" userId="1a26bf97-cc65-4962-b1c9-f482974b10b6" providerId="ADAL" clId="{31240669-A139-4487-A095-57964DDBD73A}" dt="2026-06-24T15:50:19.850" v="1285" actId="20577"/>
          <ac:spMkLst>
            <pc:docMk/>
            <pc:sldMk cId="389359903" sldId="271"/>
            <ac:spMk id="10" creationId="{324D72EE-588E-5DD6-0E63-4FAFE964C0B8}"/>
          </ac:spMkLst>
        </pc:spChg>
        <pc:cxnChg chg="add">
          <ac:chgData name="Louise Brown (Advanced Research Computing)" userId="1a26bf97-cc65-4962-b1c9-f482974b10b6" providerId="ADAL" clId="{31240669-A139-4487-A095-57964DDBD73A}" dt="2026-06-24T15:46:26.071" v="1171" actId="11529"/>
          <ac:cxnSpMkLst>
            <pc:docMk/>
            <pc:sldMk cId="389359903" sldId="271"/>
            <ac:cxnSpMk id="5" creationId="{057010E7-5602-D8C6-458D-8D11A6D35DC3}"/>
          </ac:cxnSpMkLst>
        </pc:cxnChg>
        <pc:cxnChg chg="add">
          <ac:chgData name="Louise Brown (Advanced Research Computing)" userId="1a26bf97-cc65-4962-b1c9-f482974b10b6" providerId="ADAL" clId="{31240669-A139-4487-A095-57964DDBD73A}" dt="2026-06-24T15:46:43.601" v="1172" actId="11529"/>
          <ac:cxnSpMkLst>
            <pc:docMk/>
            <pc:sldMk cId="389359903" sldId="271"/>
            <ac:cxnSpMk id="7" creationId="{6EC3BD9A-3A64-4AE4-876C-387CEFA8E1C0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4T16:01:03.618" v="1510" actId="20577"/>
        <pc:sldMkLst>
          <pc:docMk/>
          <pc:sldMk cId="2112005837" sldId="272"/>
        </pc:sldMkLst>
        <pc:spChg chg="mod">
          <ac:chgData name="Louise Brown (Advanced Research Computing)" userId="1a26bf97-cc65-4962-b1c9-f482974b10b6" providerId="ADAL" clId="{31240669-A139-4487-A095-57964DDBD73A}" dt="2026-06-24T15:59:27.171" v="1465" actId="1076"/>
          <ac:spMkLst>
            <pc:docMk/>
            <pc:sldMk cId="2112005837" sldId="272"/>
            <ac:spMk id="10" creationId="{DE0357EF-E1A7-EB4C-B419-2FD1AF5E571F}"/>
          </ac:spMkLst>
        </pc:spChg>
        <pc:spChg chg="add mod">
          <ac:chgData name="Louise Brown (Advanced Research Computing)" userId="1a26bf97-cc65-4962-b1c9-f482974b10b6" providerId="ADAL" clId="{31240669-A139-4487-A095-57964DDBD73A}" dt="2026-06-24T16:01:03.618" v="1510" actId="20577"/>
          <ac:spMkLst>
            <pc:docMk/>
            <pc:sldMk cId="2112005837" sldId="272"/>
            <ac:spMk id="12" creationId="{3A3EA7F7-0181-6001-1579-4A6CB1DB4AF4}"/>
          </ac:spMkLst>
        </pc:spChg>
        <pc:cxnChg chg="mod">
          <ac:chgData name="Louise Brown (Advanced Research Computing)" userId="1a26bf97-cc65-4962-b1c9-f482974b10b6" providerId="ADAL" clId="{31240669-A139-4487-A095-57964DDBD73A}" dt="2026-06-24T15:59:04.992" v="1451" actId="14100"/>
          <ac:cxnSpMkLst>
            <pc:docMk/>
            <pc:sldMk cId="2112005837" sldId="272"/>
            <ac:cxnSpMk id="7" creationId="{5CEAA34D-D0F0-DBA0-9F0E-6F8F8975EB76}"/>
          </ac:cxnSpMkLst>
        </pc:cxnChg>
        <pc:cxnChg chg="add">
          <ac:chgData name="Louise Brown (Advanced Research Computing)" userId="1a26bf97-cc65-4962-b1c9-f482974b10b6" providerId="ADAL" clId="{31240669-A139-4487-A095-57964DDBD73A}" dt="2026-06-24T16:00:58.220" v="1508" actId="11529"/>
          <ac:cxnSpMkLst>
            <pc:docMk/>
            <pc:sldMk cId="2112005837" sldId="272"/>
            <ac:cxnSpMk id="14" creationId="{2B23B6A2-D07F-6CC6-95A8-2258451A290B}"/>
          </ac:cxnSpMkLst>
        </pc:cxnChg>
      </pc:sldChg>
      <pc:sldChg chg="addSp modSp new mod">
        <pc:chgData name="Louise Brown (Advanced Research Computing)" userId="1a26bf97-cc65-4962-b1c9-f482974b10b6" providerId="ADAL" clId="{31240669-A139-4487-A095-57964DDBD73A}" dt="2026-06-29T17:02:21.902" v="2886" actId="122"/>
        <pc:sldMkLst>
          <pc:docMk/>
          <pc:sldMk cId="3089936141" sldId="273"/>
        </pc:sldMkLst>
        <pc:spChg chg="mod">
          <ac:chgData name="Louise Brown (Advanced Research Computing)" userId="1a26bf97-cc65-4962-b1c9-f482974b10b6" providerId="ADAL" clId="{31240669-A139-4487-A095-57964DDBD73A}" dt="2026-06-29T17:02:21.902" v="2886" actId="122"/>
          <ac:spMkLst>
            <pc:docMk/>
            <pc:sldMk cId="3089936141" sldId="273"/>
            <ac:spMk id="2" creationId="{A1C51E31-39D8-3ED1-2DAD-01D19B8AFB60}"/>
          </ac:spMkLst>
        </pc:spChg>
        <pc:spChg chg="add mod">
          <ac:chgData name="Louise Brown (Advanced Research Computing)" userId="1a26bf97-cc65-4962-b1c9-f482974b10b6" providerId="ADAL" clId="{31240669-A139-4487-A095-57964DDBD73A}" dt="2026-06-25T14:46:39.994" v="1583" actId="1076"/>
          <ac:spMkLst>
            <pc:docMk/>
            <pc:sldMk cId="3089936141" sldId="273"/>
            <ac:spMk id="4" creationId="{8A817878-AB99-BC25-7A5F-20184A8F5C67}"/>
          </ac:spMkLst>
        </pc:spChg>
      </pc:sldChg>
      <pc:sldChg chg="addSp delSp modSp new mod">
        <pc:chgData name="Louise Brown (Advanced Research Computing)" userId="1a26bf97-cc65-4962-b1c9-f482974b10b6" providerId="ADAL" clId="{31240669-A139-4487-A095-57964DDBD73A}" dt="2026-06-29T15:39:54.265" v="2362" actId="122"/>
        <pc:sldMkLst>
          <pc:docMk/>
          <pc:sldMk cId="1168386217" sldId="274"/>
        </pc:sldMkLst>
        <pc:spChg chg="mod">
          <ac:chgData name="Louise Brown (Advanced Research Computing)" userId="1a26bf97-cc65-4962-b1c9-f482974b10b6" providerId="ADAL" clId="{31240669-A139-4487-A095-57964DDBD73A}" dt="2026-06-29T15:39:54.265" v="2362" actId="122"/>
          <ac:spMkLst>
            <pc:docMk/>
            <pc:sldMk cId="1168386217" sldId="274"/>
            <ac:spMk id="2" creationId="{27A65CB7-1B72-D54C-8F5B-4DBE68A7F441}"/>
          </ac:spMkLst>
        </pc:spChg>
        <pc:spChg chg="add del mod">
          <ac:chgData name="Louise Brown (Advanced Research Computing)" userId="1a26bf97-cc65-4962-b1c9-f482974b10b6" providerId="ADAL" clId="{31240669-A139-4487-A095-57964DDBD73A}" dt="2026-06-29T13:46:21.771" v="1641" actId="478"/>
          <ac:spMkLst>
            <pc:docMk/>
            <pc:sldMk cId="1168386217" sldId="274"/>
            <ac:spMk id="22" creationId="{362CA6A6-3C40-9AC7-DEB9-B3281E763E97}"/>
          </ac:spMkLst>
        </pc:spChg>
        <pc:spChg chg="add del mod">
          <ac:chgData name="Louise Brown (Advanced Research Computing)" userId="1a26bf97-cc65-4962-b1c9-f482974b10b6" providerId="ADAL" clId="{31240669-A139-4487-A095-57964DDBD73A}" dt="2026-06-29T13:46:22.595" v="1642" actId="478"/>
          <ac:spMkLst>
            <pc:docMk/>
            <pc:sldMk cId="1168386217" sldId="274"/>
            <ac:spMk id="24" creationId="{4BD459E3-1C6D-27F9-8DBF-DA302F0B86DD}"/>
          </ac:spMkLst>
        </pc:spChg>
        <pc:spChg chg="add del mod">
          <ac:chgData name="Louise Brown (Advanced Research Computing)" userId="1a26bf97-cc65-4962-b1c9-f482974b10b6" providerId="ADAL" clId="{31240669-A139-4487-A095-57964DDBD73A}" dt="2026-06-29T15:16:43.276" v="1898" actId="478"/>
          <ac:spMkLst>
            <pc:docMk/>
            <pc:sldMk cId="1168386217" sldId="274"/>
            <ac:spMk id="35" creationId="{7CAC8694-F71E-955F-D7B7-10677D112B26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2:13.167" v="1707" actId="1076"/>
          <ac:spMkLst>
            <pc:docMk/>
            <pc:sldMk cId="1168386217" sldId="274"/>
            <ac:spMk id="37" creationId="{3AEB54BA-3366-DCE5-C030-6076FAB43A3A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3:35.851" v="1738" actId="1076"/>
          <ac:spMkLst>
            <pc:docMk/>
            <pc:sldMk cId="1168386217" sldId="274"/>
            <ac:spMk id="38" creationId="{49353794-44BA-9FD2-05DB-7FFA194618D6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8:45.559" v="1815" actId="1076"/>
          <ac:spMkLst>
            <pc:docMk/>
            <pc:sldMk cId="1168386217" sldId="274"/>
            <ac:spMk id="39" creationId="{6B0294F9-6A4C-DEBE-A23A-D165BCC9E797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8:45.559" v="1815" actId="1076"/>
          <ac:spMkLst>
            <pc:docMk/>
            <pc:sldMk cId="1168386217" sldId="274"/>
            <ac:spMk id="40" creationId="{DDDD64AC-B5B9-9D60-E4F4-28CF5817B25F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6:36.840" v="1789" actId="1076"/>
          <ac:spMkLst>
            <pc:docMk/>
            <pc:sldMk cId="1168386217" sldId="274"/>
            <ac:spMk id="44" creationId="{8AF65B25-E6E7-DA47-C56B-43D4DEF2BC12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8:23.026" v="1814" actId="1076"/>
          <ac:spMkLst>
            <pc:docMk/>
            <pc:sldMk cId="1168386217" sldId="274"/>
            <ac:spMk id="45" creationId="{CF911D87-EA36-C47E-80FC-7CE3CEF6E3E1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08:23.026" v="1814" actId="1076"/>
          <ac:spMkLst>
            <pc:docMk/>
            <pc:sldMk cId="1168386217" sldId="274"/>
            <ac:spMk id="46" creationId="{05BE7323-5907-5985-5C4C-D8F09551612A}"/>
          </ac:spMkLst>
        </pc:spChg>
        <pc:spChg chg="add">
          <ac:chgData name="Louise Brown (Advanced Research Computing)" userId="1a26bf97-cc65-4962-b1c9-f482974b10b6" providerId="ADAL" clId="{31240669-A139-4487-A095-57964DDBD73A}" dt="2026-06-29T15:16:44.400" v="1899" actId="22"/>
          <ac:spMkLst>
            <pc:docMk/>
            <pc:sldMk cId="1168386217" sldId="274"/>
            <ac:spMk id="55" creationId="{F96086F6-8E48-5552-9D2F-9ECC7E3DABAD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17:59.891" v="1926" actId="1076"/>
          <ac:spMkLst>
            <pc:docMk/>
            <pc:sldMk cId="1168386217" sldId="274"/>
            <ac:spMk id="57" creationId="{786B934A-E60D-E512-572A-134697B83790}"/>
          </ac:spMkLst>
        </pc:spChg>
        <pc:grpChg chg="add mod">
          <ac:chgData name="Louise Brown (Advanced Research Computing)" userId="1a26bf97-cc65-4962-b1c9-f482974b10b6" providerId="ADAL" clId="{31240669-A139-4487-A095-57964DDBD73A}" dt="2026-06-29T15:08:45.559" v="1815" actId="1076"/>
          <ac:grpSpMkLst>
            <pc:docMk/>
            <pc:sldMk cId="1168386217" sldId="274"/>
            <ac:grpSpMk id="43" creationId="{F4667F87-F19E-C622-8353-C3C57E1A30F2}"/>
          </ac:grpSpMkLst>
        </pc:grpChg>
        <pc:graphicFrameChg chg="add del modGraphic">
          <ac:chgData name="Louise Brown (Advanced Research Computing)" userId="1a26bf97-cc65-4962-b1c9-f482974b10b6" providerId="ADAL" clId="{31240669-A139-4487-A095-57964DDBD73A}" dt="2026-06-29T13:17:37.296" v="1588" actId="1032"/>
          <ac:graphicFrameMkLst>
            <pc:docMk/>
            <pc:sldMk cId="1168386217" sldId="274"/>
            <ac:graphicFrameMk id="3" creationId="{C8515DDE-3BAC-F9DA-332D-6B14A108F057}"/>
          </ac:graphicFrameMkLst>
        </pc:graphicFrameChg>
        <pc:picChg chg="add del mod">
          <ac:chgData name="Louise Brown (Advanced Research Computing)" userId="1a26bf97-cc65-4962-b1c9-f482974b10b6" providerId="ADAL" clId="{31240669-A139-4487-A095-57964DDBD73A}" dt="2026-06-29T15:18:18.086" v="1930" actId="478"/>
          <ac:picMkLst>
            <pc:docMk/>
            <pc:sldMk cId="1168386217" sldId="274"/>
            <ac:picMk id="5" creationId="{B11E6535-5CF0-9AD3-23DD-01C65339F6BA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5:08:45.559" v="1815" actId="1076"/>
          <ac:picMkLst>
            <pc:docMk/>
            <pc:sldMk cId="1168386217" sldId="274"/>
            <ac:picMk id="7" creationId="{B7D54314-3BED-682E-6A92-0FC24C3FF026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5:08:23.026" v="1814" actId="1076"/>
          <ac:picMkLst>
            <pc:docMk/>
            <pc:sldMk cId="1168386217" sldId="274"/>
            <ac:picMk id="9" creationId="{036FA6E5-3C46-E222-B8DB-3C1BC521D53D}"/>
          </ac:picMkLst>
        </pc:picChg>
        <pc:picChg chg="add del mod">
          <ac:chgData name="Louise Brown (Advanced Research Computing)" userId="1a26bf97-cc65-4962-b1c9-f482974b10b6" providerId="ADAL" clId="{31240669-A139-4487-A095-57964DDBD73A}" dt="2026-06-29T15:18:14.522" v="1927" actId="478"/>
          <ac:picMkLst>
            <pc:docMk/>
            <pc:sldMk cId="1168386217" sldId="274"/>
            <ac:picMk id="11" creationId="{EEBD80E8-D707-387D-6AF6-F3EEEEAC4860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5:08:45.559" v="1815" actId="1076"/>
          <ac:picMkLst>
            <pc:docMk/>
            <pc:sldMk cId="1168386217" sldId="274"/>
            <ac:picMk id="13" creationId="{5055F517-ACC4-08ED-1498-EB07B95CCCFA}"/>
          </ac:picMkLst>
        </pc:picChg>
        <pc:picChg chg="add del mod">
          <ac:chgData name="Louise Brown (Advanced Research Computing)" userId="1a26bf97-cc65-4962-b1c9-f482974b10b6" providerId="ADAL" clId="{31240669-A139-4487-A095-57964DDBD73A}" dt="2026-06-29T15:18:17.602" v="1929" actId="478"/>
          <ac:picMkLst>
            <pc:docMk/>
            <pc:sldMk cId="1168386217" sldId="274"/>
            <ac:picMk id="15" creationId="{7CD5923F-AC3A-55A4-BF50-7DD18DFA78C0}"/>
          </ac:picMkLst>
        </pc:picChg>
        <pc:picChg chg="add del mod">
          <ac:chgData name="Louise Brown (Advanced Research Computing)" userId="1a26bf97-cc65-4962-b1c9-f482974b10b6" providerId="ADAL" clId="{31240669-A139-4487-A095-57964DDBD73A}" dt="2026-06-29T13:27:14.071" v="1606" actId="478"/>
          <ac:picMkLst>
            <pc:docMk/>
            <pc:sldMk cId="1168386217" sldId="274"/>
            <ac:picMk id="17" creationId="{3DE57A62-A2DF-698A-95DC-CC6B1234310E}"/>
          </ac:picMkLst>
        </pc:picChg>
        <pc:picChg chg="add del mod">
          <ac:chgData name="Louise Brown (Advanced Research Computing)" userId="1a26bf97-cc65-4962-b1c9-f482974b10b6" providerId="ADAL" clId="{31240669-A139-4487-A095-57964DDBD73A}" dt="2026-06-29T15:18:16.660" v="1928" actId="478"/>
          <ac:picMkLst>
            <pc:docMk/>
            <pc:sldMk cId="1168386217" sldId="274"/>
            <ac:picMk id="19" creationId="{CDB51828-BD1A-7086-C281-C11C780BABD5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5:10:38.087" v="1821" actId="1076"/>
          <ac:picMkLst>
            <pc:docMk/>
            <pc:sldMk cId="1168386217" sldId="274"/>
            <ac:picMk id="21" creationId="{115D22EE-0F09-A8E2-A425-B6A96DC86B48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4:58:52.678" v="1671" actId="1076"/>
          <ac:picMkLst>
            <pc:docMk/>
            <pc:sldMk cId="1168386217" sldId="274"/>
            <ac:picMk id="30" creationId="{EBD73B0B-2C1C-3520-3882-7BAB4424783A}"/>
          </ac:picMkLst>
        </pc:picChg>
        <pc:cxnChg chg="add mod">
          <ac:chgData name="Louise Brown (Advanced Research Computing)" userId="1a26bf97-cc65-4962-b1c9-f482974b10b6" providerId="ADAL" clId="{31240669-A139-4487-A095-57964DDBD73A}" dt="2026-06-29T15:17:08.424" v="1902" actId="14100"/>
          <ac:cxnSpMkLst>
            <pc:docMk/>
            <pc:sldMk cId="1168386217" sldId="274"/>
            <ac:cxnSpMk id="26" creationId="{1FB158E3-961A-A31D-341F-FFA2D1CAF417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5:08:23.026" v="1814" actId="1076"/>
          <ac:cxnSpMkLst>
            <pc:docMk/>
            <pc:sldMk cId="1168386217" sldId="274"/>
            <ac:cxnSpMk id="28" creationId="{5D90899C-5911-747A-50A9-273FD6A5B986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4:58:23.200" v="1668" actId="14100"/>
          <ac:cxnSpMkLst>
            <pc:docMk/>
            <pc:sldMk cId="1168386217" sldId="274"/>
            <ac:cxnSpMk id="31" creationId="{AAE0E242-2358-2BC9-79BE-F78020D0C818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4:58:44.489" v="1670" actId="688"/>
          <ac:cxnSpMkLst>
            <pc:docMk/>
            <pc:sldMk cId="1168386217" sldId="274"/>
            <ac:cxnSpMk id="34" creationId="{9FCE8857-E5A8-7301-8D4C-028D9934A1D9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5:05:22.613" v="1772" actId="164"/>
          <ac:cxnSpMkLst>
            <pc:docMk/>
            <pc:sldMk cId="1168386217" sldId="274"/>
            <ac:cxnSpMk id="41" creationId="{5301C88D-A75E-699F-F501-B30D42AF5A8F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5:05:22.613" v="1772" actId="164"/>
          <ac:cxnSpMkLst>
            <pc:docMk/>
            <pc:sldMk cId="1168386217" sldId="274"/>
            <ac:cxnSpMk id="42" creationId="{2ADE426D-2E1F-EED0-639C-489F717F6E42}"/>
          </ac:cxnSpMkLst>
        </pc:cxnChg>
        <pc:cxnChg chg="add mod">
          <ac:chgData name="Louise Brown (Advanced Research Computing)" userId="1a26bf97-cc65-4962-b1c9-f482974b10b6" providerId="ADAL" clId="{31240669-A139-4487-A095-57964DDBD73A}" dt="2026-06-29T15:11:18.692" v="1826" actId="14100"/>
          <ac:cxnSpMkLst>
            <pc:docMk/>
            <pc:sldMk cId="1168386217" sldId="274"/>
            <ac:cxnSpMk id="48" creationId="{25F1352C-DFF2-0A36-2BCB-2B40C7E6F5AC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9T15:53:44.344" v="2568" actId="164"/>
        <pc:sldMkLst>
          <pc:docMk/>
          <pc:sldMk cId="2374779418" sldId="275"/>
        </pc:sldMkLst>
        <pc:spChg chg="mod">
          <ac:chgData name="Louise Brown (Advanced Research Computing)" userId="1a26bf97-cc65-4962-b1c9-f482974b10b6" providerId="ADAL" clId="{31240669-A139-4487-A095-57964DDBD73A}" dt="2026-06-29T15:40:02.419" v="2363" actId="122"/>
          <ac:spMkLst>
            <pc:docMk/>
            <pc:sldMk cId="2374779418" sldId="275"/>
            <ac:spMk id="2" creationId="{54B492C6-1DDA-9374-378A-2557A00F5773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8" creationId="{F4446BD0-D163-9B26-FFA0-149709118BDD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12" creationId="{E475659A-9C36-931F-464F-C896FF180517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14" creationId="{205EF681-8019-E3CF-3B9D-9CE9397D9F5F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35" creationId="{138B83D4-1345-7BBE-04EE-0DAC88D6AFB7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37" creationId="{9726D85F-5F66-3F9B-2D64-98DED3C9FAF1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38" creationId="{F8B9527F-65F1-FE04-0F99-49E1C44C5E6B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39" creationId="{B207901E-8008-A217-1A31-DAB118974E91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40" creationId="{B00C06D4-1512-4C15-9AEF-DCD36331261C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45" creationId="{56071394-4629-763F-FEDC-593986FEFAFD}"/>
          </ac:spMkLst>
        </pc:spChg>
        <pc:spChg chg="mod">
          <ac:chgData name="Louise Brown (Advanced Research Computing)" userId="1a26bf97-cc65-4962-b1c9-f482974b10b6" providerId="ADAL" clId="{31240669-A139-4487-A095-57964DDBD73A}" dt="2026-06-29T15:53:44.344" v="2568" actId="164"/>
          <ac:spMkLst>
            <pc:docMk/>
            <pc:sldMk cId="2374779418" sldId="275"/>
            <ac:spMk id="46" creationId="{2726DC9F-1795-21EB-9482-63E3C30FD57B}"/>
          </ac:spMkLst>
        </pc:spChg>
        <pc:picChg chg="del">
          <ac:chgData name="Louise Brown (Advanced Research Computing)" userId="1a26bf97-cc65-4962-b1c9-f482974b10b6" providerId="ADAL" clId="{31240669-A139-4487-A095-57964DDBD73A}" dt="2026-06-29T15:12:06.839" v="1831" actId="478"/>
          <ac:picMkLst>
            <pc:docMk/>
            <pc:sldMk cId="2374779418" sldId="275"/>
            <ac:picMk id="5" creationId="{A829A417-D79D-B773-2AE5-AA3EF65D6E17}"/>
          </ac:picMkLst>
        </pc:picChg>
        <pc:picChg chg="add mod">
          <ac:chgData name="Louise Brown (Advanced Research Computing)" userId="1a26bf97-cc65-4962-b1c9-f482974b10b6" providerId="ADAL" clId="{31240669-A139-4487-A095-57964DDBD73A}" dt="2026-06-29T15:16:00.273" v="1888" actId="207"/>
          <ac:picMkLst>
            <pc:docMk/>
            <pc:sldMk cId="2374779418" sldId="275"/>
            <ac:picMk id="6" creationId="{B388D501-1C8E-F8F7-B1DD-0C3E1CBFBEF1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12:04.448" v="1829" actId="478"/>
          <ac:picMkLst>
            <pc:docMk/>
            <pc:sldMk cId="2374779418" sldId="275"/>
            <ac:picMk id="11" creationId="{ED01263A-C92C-8817-08DB-E762951F8453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12:08.346" v="1832" actId="478"/>
          <ac:picMkLst>
            <pc:docMk/>
            <pc:sldMk cId="2374779418" sldId="275"/>
            <ac:picMk id="15" creationId="{DFA49DA0-33F1-0EA3-A856-53E9EF866709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12:06.119" v="1830" actId="478"/>
          <ac:picMkLst>
            <pc:docMk/>
            <pc:sldMk cId="2374779418" sldId="275"/>
            <ac:picMk id="19" creationId="{EF9E5B70-94CF-D6A1-7F08-325EC31FFD23}"/>
          </ac:picMkLst>
        </pc:picChg>
        <pc:cxnChg chg="mod">
          <ac:chgData name="Louise Brown (Advanced Research Computing)" userId="1a26bf97-cc65-4962-b1c9-f482974b10b6" providerId="ADAL" clId="{31240669-A139-4487-A095-57964DDBD73A}" dt="2026-06-29T15:13:16.016" v="1854" actId="14100"/>
          <ac:cxnSpMkLst>
            <pc:docMk/>
            <pc:sldMk cId="2374779418" sldId="275"/>
            <ac:cxnSpMk id="26" creationId="{2363A953-24AD-7597-3767-B00F9CE48BC1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9T15:41:56.442" v="2371" actId="14100"/>
        <pc:sldMkLst>
          <pc:docMk/>
          <pc:sldMk cId="3132488130" sldId="276"/>
        </pc:sldMkLst>
        <pc:spChg chg="mod">
          <ac:chgData name="Louise Brown (Advanced Research Computing)" userId="1a26bf97-cc65-4962-b1c9-f482974b10b6" providerId="ADAL" clId="{31240669-A139-4487-A095-57964DDBD73A}" dt="2026-06-29T15:40:16.543" v="2366" actId="122"/>
          <ac:spMkLst>
            <pc:docMk/>
            <pc:sldMk cId="3132488130" sldId="276"/>
            <ac:spMk id="2" creationId="{AF4F6901-6D5A-7BE3-5C7A-DE3DBF539B22}"/>
          </ac:spMkLst>
        </pc:spChg>
        <pc:spChg chg="add">
          <ac:chgData name="Louise Brown (Advanced Research Computing)" userId="1a26bf97-cc65-4962-b1c9-f482974b10b6" providerId="ADAL" clId="{31240669-A139-4487-A095-57964DDBD73A}" dt="2026-06-29T15:16:54.836" v="1901" actId="22"/>
          <ac:spMkLst>
            <pc:docMk/>
            <pc:sldMk cId="3132488130" sldId="276"/>
            <ac:spMk id="4" creationId="{A48BDDA3-BABF-590D-5C88-404D2E03FB59}"/>
          </ac:spMkLst>
        </pc:spChg>
        <pc:spChg chg="add">
          <ac:chgData name="Louise Brown (Advanced Research Computing)" userId="1a26bf97-cc65-4962-b1c9-f482974b10b6" providerId="ADAL" clId="{31240669-A139-4487-A095-57964DDBD73A}" dt="2026-06-29T15:20:06.736" v="1934" actId="22"/>
          <ac:spMkLst>
            <pc:docMk/>
            <pc:sldMk cId="3132488130" sldId="276"/>
            <ac:spMk id="8" creationId="{819DF0D0-5006-4134-2242-83F4C264FF57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41:19.148" v="2369" actId="20577"/>
          <ac:spMkLst>
            <pc:docMk/>
            <pc:sldMk cId="3132488130" sldId="276"/>
            <ac:spMk id="22" creationId="{62B01A96-ACF2-75EE-2D69-A26BA1229907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30:39.609" v="2148" actId="1076"/>
          <ac:spMkLst>
            <pc:docMk/>
            <pc:sldMk cId="3132488130" sldId="276"/>
            <ac:spMk id="29" creationId="{24E62280-5B7C-EEB8-8BB9-FC604CB98B25}"/>
          </ac:spMkLst>
        </pc:spChg>
        <pc:spChg chg="del">
          <ac:chgData name="Louise Brown (Advanced Research Computing)" userId="1a26bf97-cc65-4962-b1c9-f482974b10b6" providerId="ADAL" clId="{31240669-A139-4487-A095-57964DDBD73A}" dt="2026-06-29T15:16:53.508" v="1900" actId="478"/>
          <ac:spMkLst>
            <pc:docMk/>
            <pc:sldMk cId="3132488130" sldId="276"/>
            <ac:spMk id="35" creationId="{6177EBB9-ECD6-ECAC-4EA8-7BCFEB41C355}"/>
          </ac:spMkLst>
        </pc:spChg>
        <pc:picChg chg="del">
          <ac:chgData name="Louise Brown (Advanced Research Computing)" userId="1a26bf97-cc65-4962-b1c9-f482974b10b6" providerId="ADAL" clId="{31240669-A139-4487-A095-57964DDBD73A}" dt="2026-06-29T15:31:49.130" v="2170" actId="478"/>
          <ac:picMkLst>
            <pc:docMk/>
            <pc:sldMk cId="3132488130" sldId="276"/>
            <ac:picMk id="5" creationId="{0D87F197-ACA1-8CF9-8D79-BA824C0B4686}"/>
          </ac:picMkLst>
        </pc:picChg>
        <pc:picChg chg="mod">
          <ac:chgData name="Louise Brown (Advanced Research Computing)" userId="1a26bf97-cc65-4962-b1c9-f482974b10b6" providerId="ADAL" clId="{31240669-A139-4487-A095-57964DDBD73A}" dt="2026-06-29T15:29:54.459" v="2113" actId="1076"/>
          <ac:picMkLst>
            <pc:docMk/>
            <pc:sldMk cId="3132488130" sldId="276"/>
            <ac:picMk id="11" creationId="{3F7F6600-E247-1820-0617-50BD995E9CB0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31:48.395" v="2169" actId="478"/>
          <ac:picMkLst>
            <pc:docMk/>
            <pc:sldMk cId="3132488130" sldId="276"/>
            <ac:picMk id="15" creationId="{B224E57D-6C9A-9167-2EF2-F6651D114DAF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31:49.749" v="2171" actId="478"/>
          <ac:picMkLst>
            <pc:docMk/>
            <pc:sldMk cId="3132488130" sldId="276"/>
            <ac:picMk id="19" creationId="{B92A04AF-C32C-E0A9-9B7C-1321EA424462}"/>
          </ac:picMkLst>
        </pc:picChg>
        <pc:cxnChg chg="add mod">
          <ac:chgData name="Louise Brown (Advanced Research Computing)" userId="1a26bf97-cc65-4962-b1c9-f482974b10b6" providerId="ADAL" clId="{31240669-A139-4487-A095-57964DDBD73A}" dt="2026-06-29T15:41:51.417" v="2370" actId="14100"/>
          <ac:cxnSpMkLst>
            <pc:docMk/>
            <pc:sldMk cId="3132488130" sldId="276"/>
            <ac:cxnSpMk id="23" creationId="{0D4A4B98-9675-177A-3095-03364869E034}"/>
          </ac:cxnSpMkLst>
        </pc:cxnChg>
        <pc:cxnChg chg="mod">
          <ac:chgData name="Louise Brown (Advanced Research Computing)" userId="1a26bf97-cc65-4962-b1c9-f482974b10b6" providerId="ADAL" clId="{31240669-A139-4487-A095-57964DDBD73A}" dt="2026-06-29T15:41:56.442" v="2371" actId="14100"/>
          <ac:cxnSpMkLst>
            <pc:docMk/>
            <pc:sldMk cId="3132488130" sldId="276"/>
            <ac:cxnSpMk id="26" creationId="{FAC07451-F27A-5CD9-C88B-1AACB35154DF}"/>
          </ac:cxnSpMkLst>
        </pc:cxnChg>
        <pc:cxnChg chg="mod">
          <ac:chgData name="Louise Brown (Advanced Research Computing)" userId="1a26bf97-cc65-4962-b1c9-f482974b10b6" providerId="ADAL" clId="{31240669-A139-4487-A095-57964DDBD73A}" dt="2026-06-29T15:27:19.146" v="2045" actId="14100"/>
          <ac:cxnSpMkLst>
            <pc:docMk/>
            <pc:sldMk cId="3132488130" sldId="276"/>
            <ac:cxnSpMk id="48" creationId="{722FD92D-2314-5C2F-F6C0-9495CB1CDA2F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9T15:40:08.061" v="2364" actId="122"/>
        <pc:sldMkLst>
          <pc:docMk/>
          <pc:sldMk cId="2367073940" sldId="277"/>
        </pc:sldMkLst>
        <pc:spChg chg="mod">
          <ac:chgData name="Louise Brown (Advanced Research Computing)" userId="1a26bf97-cc65-4962-b1c9-f482974b10b6" providerId="ADAL" clId="{31240669-A139-4487-A095-57964DDBD73A}" dt="2026-06-29T15:40:08.061" v="2364" actId="122"/>
          <ac:spMkLst>
            <pc:docMk/>
            <pc:sldMk cId="2367073940" sldId="277"/>
            <ac:spMk id="2" creationId="{0ECA3252-8DB5-41C5-A9F1-E32597BC0811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34:02.760" v="2360" actId="255"/>
          <ac:spMkLst>
            <pc:docMk/>
            <pc:sldMk cId="2367073940" sldId="277"/>
            <ac:spMk id="17" creationId="{9140BA53-4BAF-D6D6-DFA8-01B5C163CAA4}"/>
          </ac:spMkLst>
        </pc:spChg>
        <pc:spChg chg="del">
          <ac:chgData name="Louise Brown (Advanced Research Computing)" userId="1a26bf97-cc65-4962-b1c9-f482974b10b6" providerId="ADAL" clId="{31240669-A139-4487-A095-57964DDBD73A}" dt="2026-06-29T15:22:10.650" v="1986" actId="478"/>
          <ac:spMkLst>
            <pc:docMk/>
            <pc:sldMk cId="2367073940" sldId="277"/>
            <ac:spMk id="35" creationId="{4C0B5FE0-9D62-0F98-DEEB-A63020ABB982}"/>
          </ac:spMkLst>
        </pc:spChg>
        <pc:spChg chg="del mod">
          <ac:chgData name="Louise Brown (Advanced Research Computing)" userId="1a26bf97-cc65-4962-b1c9-f482974b10b6" providerId="ADAL" clId="{31240669-A139-4487-A095-57964DDBD73A}" dt="2026-06-29T15:22:15.060" v="1989" actId="478"/>
          <ac:spMkLst>
            <pc:docMk/>
            <pc:sldMk cId="2367073940" sldId="277"/>
            <ac:spMk id="37" creationId="{6040AA2A-E226-9592-0F43-C0A6B550170A}"/>
          </ac:spMkLst>
        </pc:spChg>
        <pc:spChg chg="del">
          <ac:chgData name="Louise Brown (Advanced Research Computing)" userId="1a26bf97-cc65-4962-b1c9-f482974b10b6" providerId="ADAL" clId="{31240669-A139-4487-A095-57964DDBD73A}" dt="2026-06-29T15:22:19.007" v="1992" actId="478"/>
          <ac:spMkLst>
            <pc:docMk/>
            <pc:sldMk cId="2367073940" sldId="277"/>
            <ac:spMk id="38" creationId="{1D6F6ADC-1390-3363-979B-F37A8F1DB036}"/>
          </ac:spMkLst>
        </pc:spChg>
        <pc:spChg chg="del">
          <ac:chgData name="Louise Brown (Advanced Research Computing)" userId="1a26bf97-cc65-4962-b1c9-f482974b10b6" providerId="ADAL" clId="{31240669-A139-4487-A095-57964DDBD73A}" dt="2026-06-29T15:22:27.123" v="1995" actId="478"/>
          <ac:spMkLst>
            <pc:docMk/>
            <pc:sldMk cId="2367073940" sldId="277"/>
            <ac:spMk id="39" creationId="{E4270393-31EB-05E1-EF5F-33F3EAA1B607}"/>
          </ac:spMkLst>
        </pc:spChg>
        <pc:spChg chg="del">
          <ac:chgData name="Louise Brown (Advanced Research Computing)" userId="1a26bf97-cc65-4962-b1c9-f482974b10b6" providerId="ADAL" clId="{31240669-A139-4487-A095-57964DDBD73A}" dt="2026-06-29T15:22:29.384" v="1996" actId="478"/>
          <ac:spMkLst>
            <pc:docMk/>
            <pc:sldMk cId="2367073940" sldId="277"/>
            <ac:spMk id="40" creationId="{491B382C-F68E-67E8-C20E-37D0F512B575}"/>
          </ac:spMkLst>
        </pc:spChg>
        <pc:spChg chg="del">
          <ac:chgData name="Louise Brown (Advanced Research Computing)" userId="1a26bf97-cc65-4962-b1c9-f482974b10b6" providerId="ADAL" clId="{31240669-A139-4487-A095-57964DDBD73A}" dt="2026-06-29T15:22:24.562" v="1993" actId="478"/>
          <ac:spMkLst>
            <pc:docMk/>
            <pc:sldMk cId="2367073940" sldId="277"/>
            <ac:spMk id="44" creationId="{6B7940B4-9356-6DF1-281F-8D0A4B24E30B}"/>
          </ac:spMkLst>
        </pc:spChg>
        <pc:spChg chg="mod">
          <ac:chgData name="Louise Brown (Advanced Research Computing)" userId="1a26bf97-cc65-4962-b1c9-f482974b10b6" providerId="ADAL" clId="{31240669-A139-4487-A095-57964DDBD73A}" dt="2026-06-29T15:24:12.926" v="2020" actId="20577"/>
          <ac:spMkLst>
            <pc:docMk/>
            <pc:sldMk cId="2367073940" sldId="277"/>
            <ac:spMk id="45" creationId="{89809DE0-B99B-AB13-79F2-85FD8B9949C0}"/>
          </ac:spMkLst>
        </pc:spChg>
        <pc:grpChg chg="del">
          <ac:chgData name="Louise Brown (Advanced Research Computing)" userId="1a26bf97-cc65-4962-b1c9-f482974b10b6" providerId="ADAL" clId="{31240669-A139-4487-A095-57964DDBD73A}" dt="2026-06-29T15:22:32.112" v="1998" actId="478"/>
          <ac:grpSpMkLst>
            <pc:docMk/>
            <pc:sldMk cId="2367073940" sldId="277"/>
            <ac:grpSpMk id="43" creationId="{F8464981-838C-5C85-DFFD-9E8CB300BA31}"/>
          </ac:grpSpMkLst>
        </pc:grpChg>
        <pc:picChg chg="del">
          <ac:chgData name="Louise Brown (Advanced Research Computing)" userId="1a26bf97-cc65-4962-b1c9-f482974b10b6" providerId="ADAL" clId="{31240669-A139-4487-A095-57964DDBD73A}" dt="2026-06-29T15:22:25.648" v="1994" actId="478"/>
          <ac:picMkLst>
            <pc:docMk/>
            <pc:sldMk cId="2367073940" sldId="277"/>
            <ac:picMk id="7" creationId="{C05FABB2-434E-9202-C502-74117C6D1230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22:30.221" v="1997" actId="478"/>
          <ac:picMkLst>
            <pc:docMk/>
            <pc:sldMk cId="2367073940" sldId="277"/>
            <ac:picMk id="13" creationId="{F03DFFD7-E8BB-673B-535F-35F2BAB5568F}"/>
          </ac:picMkLst>
        </pc:picChg>
        <pc:picChg chg="del">
          <ac:chgData name="Louise Brown (Advanced Research Computing)" userId="1a26bf97-cc65-4962-b1c9-f482974b10b6" providerId="ADAL" clId="{31240669-A139-4487-A095-57964DDBD73A}" dt="2026-06-29T15:22:16.865" v="1991" actId="478"/>
          <ac:picMkLst>
            <pc:docMk/>
            <pc:sldMk cId="2367073940" sldId="277"/>
            <ac:picMk id="30" creationId="{BBC29A7B-513E-690D-4E6D-082DD0A6E985}"/>
          </ac:picMkLst>
        </pc:picChg>
        <pc:cxnChg chg="add mod">
          <ac:chgData name="Louise Brown (Advanced Research Computing)" userId="1a26bf97-cc65-4962-b1c9-f482974b10b6" providerId="ADAL" clId="{31240669-A139-4487-A095-57964DDBD73A}" dt="2026-06-29T15:24:03.958" v="2010" actId="1076"/>
          <ac:cxnSpMkLst>
            <pc:docMk/>
            <pc:sldMk cId="2367073940" sldId="277"/>
            <ac:cxnSpMk id="3" creationId="{A3EF06A0-8643-6011-7118-D9D91F90E8FE}"/>
          </ac:cxnSpMkLst>
        </pc:cxnChg>
        <pc:cxnChg chg="del">
          <ac:chgData name="Louise Brown (Advanced Research Computing)" userId="1a26bf97-cc65-4962-b1c9-f482974b10b6" providerId="ADAL" clId="{31240669-A139-4487-A095-57964DDBD73A}" dt="2026-06-29T15:23:54.374" v="2009" actId="478"/>
          <ac:cxnSpMkLst>
            <pc:docMk/>
            <pc:sldMk cId="2367073940" sldId="277"/>
            <ac:cxnSpMk id="26" creationId="{A1CD02F3-7881-C156-E111-2C0EE2EAD893}"/>
          </ac:cxnSpMkLst>
        </pc:cxnChg>
        <pc:cxnChg chg="del">
          <ac:chgData name="Louise Brown (Advanced Research Computing)" userId="1a26bf97-cc65-4962-b1c9-f482974b10b6" providerId="ADAL" clId="{31240669-A139-4487-A095-57964DDBD73A}" dt="2026-06-29T15:23:52.880" v="2008" actId="478"/>
          <ac:cxnSpMkLst>
            <pc:docMk/>
            <pc:sldMk cId="2367073940" sldId="277"/>
            <ac:cxnSpMk id="28" creationId="{3ECF317C-CD44-D5B1-8D09-64E1DE5958E6}"/>
          </ac:cxnSpMkLst>
        </pc:cxnChg>
        <pc:cxnChg chg="del">
          <ac:chgData name="Louise Brown (Advanced Research Computing)" userId="1a26bf97-cc65-4962-b1c9-f482974b10b6" providerId="ADAL" clId="{31240669-A139-4487-A095-57964DDBD73A}" dt="2026-06-29T15:22:11.268" v="1987" actId="478"/>
          <ac:cxnSpMkLst>
            <pc:docMk/>
            <pc:sldMk cId="2367073940" sldId="277"/>
            <ac:cxnSpMk id="31" creationId="{AA1EF9F5-FCF6-353E-1C3E-2D4A14FE1A50}"/>
          </ac:cxnSpMkLst>
        </pc:cxnChg>
        <pc:cxnChg chg="del">
          <ac:chgData name="Louise Brown (Advanced Research Computing)" userId="1a26bf97-cc65-4962-b1c9-f482974b10b6" providerId="ADAL" clId="{31240669-A139-4487-A095-57964DDBD73A}" dt="2026-06-29T15:22:15.933" v="1990" actId="478"/>
          <ac:cxnSpMkLst>
            <pc:docMk/>
            <pc:sldMk cId="2367073940" sldId="277"/>
            <ac:cxnSpMk id="34" creationId="{55EA3406-6F43-3867-E07B-ABED8573BC04}"/>
          </ac:cxnSpMkLst>
        </pc:cxnChg>
      </pc:sldChg>
      <pc:sldChg chg="addSp delSp modSp add mod">
        <pc:chgData name="Louise Brown (Advanced Research Computing)" userId="1a26bf97-cc65-4962-b1c9-f482974b10b6" providerId="ADAL" clId="{31240669-A139-4487-A095-57964DDBD73A}" dt="2026-06-29T15:49:34.933" v="2567" actId="14100"/>
        <pc:sldMkLst>
          <pc:docMk/>
          <pc:sldMk cId="666212986" sldId="278"/>
        </pc:sldMkLst>
        <pc:spChg chg="mod">
          <ac:chgData name="Louise Brown (Advanced Research Computing)" userId="1a26bf97-cc65-4962-b1c9-f482974b10b6" providerId="ADAL" clId="{31240669-A139-4487-A095-57964DDBD73A}" dt="2026-06-29T15:43:08.461" v="2382" actId="20577"/>
          <ac:spMkLst>
            <pc:docMk/>
            <pc:sldMk cId="666212986" sldId="278"/>
            <ac:spMk id="2" creationId="{0B3C8A3A-9939-2DFB-3F90-D278838A394C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45:17.875" v="2387" actId="1582"/>
          <ac:spMkLst>
            <pc:docMk/>
            <pc:sldMk cId="666212986" sldId="278"/>
            <ac:spMk id="3" creationId="{33CE1064-135A-EBE2-B5ED-FB8A89C6B957}"/>
          </ac:spMkLst>
        </pc:spChg>
        <pc:spChg chg="add mod">
          <ac:chgData name="Louise Brown (Advanced Research Computing)" userId="1a26bf97-cc65-4962-b1c9-f482974b10b6" providerId="ADAL" clId="{31240669-A139-4487-A095-57964DDBD73A}" dt="2026-06-29T15:49:16.733" v="2564" actId="14100"/>
          <ac:spMkLst>
            <pc:docMk/>
            <pc:sldMk cId="666212986" sldId="278"/>
            <ac:spMk id="5" creationId="{86F38AAC-E604-B1DD-21D6-2F3DBEDCF72F}"/>
          </ac:spMkLst>
        </pc:spChg>
        <pc:spChg chg="del">
          <ac:chgData name="Louise Brown (Advanced Research Computing)" userId="1a26bf97-cc65-4962-b1c9-f482974b10b6" providerId="ADAL" clId="{31240669-A139-4487-A095-57964DDBD73A}" dt="2026-06-29T15:43:45.829" v="2383" actId="478"/>
          <ac:spMkLst>
            <pc:docMk/>
            <pc:sldMk cId="666212986" sldId="278"/>
            <ac:spMk id="8" creationId="{6DD858FE-AD79-A5B3-4AA3-DBAA2FE30F9A}"/>
          </ac:spMkLst>
        </pc:spChg>
        <pc:cxnChg chg="add mod">
          <ac:chgData name="Louise Brown (Advanced Research Computing)" userId="1a26bf97-cc65-4962-b1c9-f482974b10b6" providerId="ADAL" clId="{31240669-A139-4487-A095-57964DDBD73A}" dt="2026-06-29T15:49:34.933" v="2567" actId="14100"/>
          <ac:cxnSpMkLst>
            <pc:docMk/>
            <pc:sldMk cId="666212986" sldId="278"/>
            <ac:cxnSpMk id="10" creationId="{6020E44B-1A57-5259-0C72-896D6A3C649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A30-CA74-E763-625B-555934E9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1C4-51D7-B307-5E38-F411455C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6A8D-B4D0-5732-830E-C707D59E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AAEA-A036-2CEE-0885-E81D528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ADB5-B2A6-CFDA-3207-665DC40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1F9C-7140-6429-3505-00CE502D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61E9-4854-3AD3-BE7D-E90498BC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F0FD-0880-616E-E0AC-745EA67F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C0D-7F9B-65BB-8EA8-737F1FD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F45E-AA14-765F-52AC-5344FC6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59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ACC5-3B51-0F58-39D9-BCB27AA6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BFD0-F031-78A4-5C0C-E2EA34AB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6A51-315A-0028-ECAA-373B322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51E3-10DE-98E8-0700-9AACC4A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DF0E-33AA-3B39-DC47-24DCA720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9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425D-55F5-C27E-1072-A4F09BD7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C5A8-B5E0-9AAC-D03A-50F4DAD2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9CA-E8C9-A1E1-3DF0-2B4A0784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C7D1-3446-37B0-2B85-B8EC442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8848-4EB5-ED15-A034-F5B249DC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E42BA-E69C-A9CA-B8D2-D8383649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21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F49-19EA-7088-DA39-940E1FA9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DB58-57FE-ABF9-4B32-44EEA39B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3C41-80BA-F1E2-26DA-23FC856E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2809-9BF2-0FF3-1759-C9670E54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565B-64A0-863A-47D1-89AD7FC91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0C373-E221-08F0-60B9-529ABB5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393C-2793-14E0-C3DB-4CE00C6F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869EE-B846-CD34-E0BA-9149954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CA2E-9ACA-540D-92EE-584EEEB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47C79-5BDE-1DD6-8D00-172B069C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023BE-1E37-03FD-5DF1-4CF9F262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0A66-E91B-11C4-492C-50B7A2AA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559C-4961-545C-9531-B9DD433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6F31D-C34F-3986-616E-D6DFDF8A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06E-25C4-7C2A-C75E-B4AB29A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972-5B4E-A7BC-2882-1E5EE36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13-D632-3B47-75AA-F4B2EE70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3378-BCCC-181C-D963-ACB8E56CF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9808-3BC8-5BDD-639F-19AE420D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7957-08B0-A971-0684-984F60F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66D2-A3F9-BD77-A8C7-5F28B46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12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B8F-B140-21AA-39BC-EEF47DEC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FFF4A-9BD0-18A0-A087-8BF529ED8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1D04-F51B-1DB7-FB6E-E39234A0B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D663-8927-7571-B926-FB25A4BB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8EAE-C990-072F-EA7E-6FC3DEB4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F7F33-BE3F-D40B-AAB4-235B76AF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CC4-5B2F-94D7-35FC-831D84B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3564-C611-1006-D4CF-A430B401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847B-4895-8C8C-0330-F075810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F406-9C28-F966-B554-EEB571F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490-0B3E-48B6-0C43-3B62A3D1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CE31-6F9A-A075-D7DE-4DB34FBB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BF74-35A8-051A-B5EE-430FF86A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10B4-9542-8117-188A-F073583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D62-EC33-1877-6438-1DB9485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168-1BE4-EFD1-90BD-934EF8A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8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E4F16-6A33-590C-E998-18078E5F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1935-1F17-2770-8A15-DB1289DB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51E4-A158-152B-4B4B-64E5199C7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D85-82E7-47E4-885E-AE80971B230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89DA-EA2E-9F78-F186-A5C4CD75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C0-E421-00EB-C540-B503BD1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7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ad.carpentries.org/2026-03-10-bham-intro-web-scraping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eb_scrap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ia.gov/how-to.html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0C94-6C17-C80F-0339-34AD6ED6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Introduction to Web Scraping!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1EBF-0468-3F56-7095-A02AE6BA5B66}"/>
              </a:ext>
            </a:extLst>
          </p:cNvPr>
          <p:cNvSpPr txBox="1"/>
          <p:nvPr/>
        </p:nvSpPr>
        <p:spPr>
          <a:xfrm>
            <a:off x="1377042" y="2492828"/>
            <a:ext cx="9437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Please log onto the </a:t>
            </a:r>
            <a:r>
              <a:rPr lang="en-GB" sz="2800" dirty="0" err="1">
                <a:latin typeface="Gill Sans MT" panose="020B0502020104020203" pitchFamily="34" charset="0"/>
              </a:rPr>
              <a:t>Etherpad</a:t>
            </a:r>
            <a:r>
              <a:rPr lang="en-GB" sz="2800" dirty="0">
                <a:latin typeface="Gill Sans MT" panose="020B0502020104020203" pitchFamily="34" charset="0"/>
              </a:rPr>
              <a:t>: </a:t>
            </a:r>
          </a:p>
          <a:p>
            <a:r>
              <a:rPr lang="en-GB" sz="2800" dirty="0">
                <a:latin typeface="Gill Sans MT" panose="020B0502020104020203" pitchFamily="34" charset="0"/>
                <a:hlinkClick r:id="rId2"/>
              </a:rPr>
              <a:t>https://pad.carpentries.org/2026-03-10-bham-intro-web-scraping</a:t>
            </a:r>
            <a:endParaRPr lang="en-GB" sz="2800" dirty="0">
              <a:latin typeface="Gill Sans MT" panose="020B0502020104020203" pitchFamily="34" charset="0"/>
            </a:endParaRP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Add your details in the ‘Sign in’ section</a:t>
            </a: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Check if you have completed the Software Setup’</a:t>
            </a:r>
          </a:p>
        </p:txBody>
      </p:sp>
    </p:spTree>
    <p:extLst>
      <p:ext uri="{BB962C8B-B14F-4D97-AF65-F5344CB8AC3E}">
        <p14:creationId xmlns:p14="http://schemas.microsoft.com/office/powerpoint/2010/main" val="22804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213C2-3BCC-1E61-B384-791CE63A59E0}"/>
              </a:ext>
            </a:extLst>
          </p:cNvPr>
          <p:cNvSpPr txBox="1"/>
          <p:nvPr/>
        </p:nvSpPr>
        <p:spPr>
          <a:xfrm>
            <a:off x="1766316" y="4153715"/>
            <a:ext cx="8659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Web scraping typically targets one web site at a time to extract unstructured information and put it in a structured form for reuse.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21DF3-9AFB-0A5D-2490-B0D31D970D5C}"/>
              </a:ext>
            </a:extLst>
          </p:cNvPr>
          <p:cNvSpPr txBox="1"/>
          <p:nvPr/>
        </p:nvSpPr>
        <p:spPr>
          <a:xfrm>
            <a:off x="2004060" y="1146434"/>
            <a:ext cx="81838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“Web scraping (web harvesting or web data extraction) is a computer software technique of extracting information from websites.”</a:t>
            </a:r>
          </a:p>
          <a:p>
            <a:r>
              <a:rPr lang="en-GB" sz="2800" dirty="0">
                <a:latin typeface="Gill Sans MT" panose="020B0502020104020203" pitchFamily="34" charset="0"/>
              </a:rPr>
              <a:t>Wikipedia </a:t>
            </a:r>
            <a:r>
              <a:rPr lang="en-GB" sz="2800" b="0" u="sng" dirty="0">
                <a:solidFill>
                  <a:srgbClr val="3B3B3B"/>
                </a:solidFill>
                <a:effectLst/>
                <a:latin typeface="Gill Sans MT" panose="020B0502020104020203" pitchFamily="34" charset="0"/>
                <a:hlinkClick r:id="rId2"/>
              </a:rPr>
              <a:t>https://en.wikipedia.org/wiki/Web_scraping</a:t>
            </a:r>
            <a:endParaRPr lang="en-GB" sz="2800" b="0" u="sng" dirty="0">
              <a:solidFill>
                <a:srgbClr val="3B3B3B"/>
              </a:solidFill>
              <a:effectLst/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5CB7-1B72-D54C-8F5B-4DBE68A7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Requesting a Web Page</a:t>
            </a:r>
          </a:p>
        </p:txBody>
      </p:sp>
      <p:pic>
        <p:nvPicPr>
          <p:cNvPr id="7" name="Graphic 6" descr="Server with solid fill">
            <a:extLst>
              <a:ext uri="{FF2B5EF4-FFF2-40B4-BE49-F238E27FC236}">
                <a16:creationId xmlns:a16="http://schemas.microsoft.com/office/drawing/2014/main" id="{B7D54314-3BED-682E-6A92-0FC24C3FF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7735" y="3132611"/>
            <a:ext cx="1272253" cy="1272253"/>
          </a:xfrm>
          <a:prstGeom prst="rect">
            <a:avLst/>
          </a:prstGeom>
        </p:spPr>
      </p:pic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036FA6E5-3C46-E222-B8DB-3C1BC521D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521" y="4593865"/>
            <a:ext cx="914400" cy="914400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5055F517-ACC4-08ED-1498-EB07B95CC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577" y="3311537"/>
            <a:ext cx="914400" cy="914400"/>
          </a:xfrm>
          <a:prstGeom prst="rect">
            <a:avLst/>
          </a:prstGeom>
        </p:spPr>
      </p:pic>
      <p:pic>
        <p:nvPicPr>
          <p:cNvPr id="21" name="Graphic 20" descr="Open laptop device">
            <a:extLst>
              <a:ext uri="{FF2B5EF4-FFF2-40B4-BE49-F238E27FC236}">
                <a16:creationId xmlns:a16="http://schemas.microsoft.com/office/drawing/2014/main" id="{115D22EE-0F09-A8E2-A425-B6A96DC86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7085" y="2915375"/>
            <a:ext cx="1456614" cy="10382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B158E3-961A-A31D-341F-FFA2D1CAF417}"/>
              </a:ext>
            </a:extLst>
          </p:cNvPr>
          <p:cNvCxnSpPr>
            <a:cxnSpLocks/>
          </p:cNvCxnSpPr>
          <p:nvPr/>
        </p:nvCxnSpPr>
        <p:spPr>
          <a:xfrm flipV="1">
            <a:off x="3623699" y="3251632"/>
            <a:ext cx="4539803" cy="333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90899C-5911-747A-50A9-273FD6A5B986}"/>
              </a:ext>
            </a:extLst>
          </p:cNvPr>
          <p:cNvCxnSpPr>
            <a:cxnSpLocks/>
          </p:cNvCxnSpPr>
          <p:nvPr/>
        </p:nvCxnSpPr>
        <p:spPr>
          <a:xfrm rot="10800000">
            <a:off x="4478193" y="4256740"/>
            <a:ext cx="368530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Server with solid fill">
            <a:extLst>
              <a:ext uri="{FF2B5EF4-FFF2-40B4-BE49-F238E27FC236}">
                <a16:creationId xmlns:a16="http://schemas.microsoft.com/office/drawing/2014/main" id="{EBD73B0B-2C1C-3520-3882-7BAB44247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3392" y="1332125"/>
            <a:ext cx="914400" cy="9144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E0E242-2358-2BC9-79BE-F78020D0C818}"/>
              </a:ext>
            </a:extLst>
          </p:cNvPr>
          <p:cNvCxnSpPr>
            <a:cxnSpLocks/>
          </p:cNvCxnSpPr>
          <p:nvPr/>
        </p:nvCxnSpPr>
        <p:spPr>
          <a:xfrm flipV="1">
            <a:off x="3168073" y="18080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CE8857-E5A8-7301-8D4C-028D9934A1D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0473" y="19604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AEB54BA-3366-DCE5-C030-6076FAB43A3A}"/>
              </a:ext>
            </a:extLst>
          </p:cNvPr>
          <p:cNvSpPr txBox="1"/>
          <p:nvPr/>
        </p:nvSpPr>
        <p:spPr>
          <a:xfrm rot="-2880000">
            <a:off x="3268397" y="2328947"/>
            <a:ext cx="122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IP address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353794-44BA-9FD2-05DB-7FFA194618D6}"/>
              </a:ext>
            </a:extLst>
          </p:cNvPr>
          <p:cNvSpPr txBox="1"/>
          <p:nvPr/>
        </p:nvSpPr>
        <p:spPr>
          <a:xfrm>
            <a:off x="4922983" y="1152655"/>
            <a:ext cx="1745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Domain Name Server (DNS)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0294F9-6A4C-DEBE-A23A-D165BCC9E797}"/>
              </a:ext>
            </a:extLst>
          </p:cNvPr>
          <p:cNvSpPr txBox="1"/>
          <p:nvPr/>
        </p:nvSpPr>
        <p:spPr>
          <a:xfrm>
            <a:off x="8230931" y="2855499"/>
            <a:ext cx="13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server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DD64AC-B5B9-9D60-E4F4-28CF5817B25F}"/>
              </a:ext>
            </a:extLst>
          </p:cNvPr>
          <p:cNvSpPr txBox="1"/>
          <p:nvPr/>
        </p:nvSpPr>
        <p:spPr>
          <a:xfrm>
            <a:off x="10010005" y="2915680"/>
            <a:ext cx="73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667F87-F19E-C622-8353-C3C57E1A30F2}"/>
              </a:ext>
            </a:extLst>
          </p:cNvPr>
          <p:cNvGrpSpPr/>
          <p:nvPr/>
        </p:nvGrpSpPr>
        <p:grpSpPr>
          <a:xfrm>
            <a:off x="9331407" y="3600173"/>
            <a:ext cx="747751" cy="337127"/>
            <a:chOff x="5728858" y="4178914"/>
            <a:chExt cx="3685309" cy="33712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301C88D-A75E-699F-F501-B30D42AF5A8F}"/>
                </a:ext>
              </a:extLst>
            </p:cNvPr>
            <p:cNvCxnSpPr>
              <a:cxnSpLocks/>
            </p:cNvCxnSpPr>
            <p:nvPr/>
          </p:nvCxnSpPr>
          <p:spPr>
            <a:xfrm>
              <a:off x="5728858" y="4178914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ADE426D-2E1F-EED0-639C-489F717F6E4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728858" y="4516041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AF65B25-E6E7-DA47-C56B-43D4DEF2BC12}"/>
              </a:ext>
            </a:extLst>
          </p:cNvPr>
          <p:cNvSpPr txBox="1"/>
          <p:nvPr/>
        </p:nvSpPr>
        <p:spPr>
          <a:xfrm>
            <a:off x="5493470" y="2855499"/>
            <a:ext cx="165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Request page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911D87-EA36-C47E-80FC-7CE3CEF6E3E1}"/>
              </a:ext>
            </a:extLst>
          </p:cNvPr>
          <p:cNvSpPr txBox="1"/>
          <p:nvPr/>
        </p:nvSpPr>
        <p:spPr>
          <a:xfrm>
            <a:off x="5711246" y="430726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Response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BE7323-5907-5985-5C4C-D8F09551612A}"/>
              </a:ext>
            </a:extLst>
          </p:cNvPr>
          <p:cNvSpPr txBox="1"/>
          <p:nvPr/>
        </p:nvSpPr>
        <p:spPr>
          <a:xfrm>
            <a:off x="5733253" y="5480306"/>
            <a:ext cx="117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 file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25F1352C-DFF2-0A36-2BCB-2B40C7E6F5AC}"/>
              </a:ext>
            </a:extLst>
          </p:cNvPr>
          <p:cNvCxnSpPr>
            <a:cxnSpLocks/>
          </p:cNvCxnSpPr>
          <p:nvPr/>
        </p:nvCxnSpPr>
        <p:spPr>
          <a:xfrm rot="10800000">
            <a:off x="2846280" y="3985108"/>
            <a:ext cx="1631912" cy="271632"/>
          </a:xfrm>
          <a:prstGeom prst="bentConnector3">
            <a:avLst>
              <a:gd name="adj1" fmla="val 99869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96086F6-8E48-5552-9D2F-9ECC7E3DABAD}"/>
              </a:ext>
            </a:extLst>
          </p:cNvPr>
          <p:cNvSpPr txBox="1"/>
          <p:nvPr/>
        </p:nvSpPr>
        <p:spPr>
          <a:xfrm rot="-2880000">
            <a:off x="2596978" y="1940139"/>
            <a:ext cx="177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www.dogs.com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6B934A-E60D-E512-572A-134697B83790}"/>
              </a:ext>
            </a:extLst>
          </p:cNvPr>
          <p:cNvSpPr txBox="1"/>
          <p:nvPr/>
        </p:nvSpPr>
        <p:spPr>
          <a:xfrm>
            <a:off x="935100" y="304016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with browser</a:t>
            </a:r>
          </a:p>
        </p:txBody>
      </p:sp>
    </p:spTree>
    <p:extLst>
      <p:ext uri="{BB962C8B-B14F-4D97-AF65-F5344CB8AC3E}">
        <p14:creationId xmlns:p14="http://schemas.microsoft.com/office/powerpoint/2010/main" val="116838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1DC1-BBA8-359B-9AA6-1D99A805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92C6-1DDA-9374-378A-2557A00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Browser Renders HTML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22AC98-7803-258C-6A24-69A25E97D184}"/>
              </a:ext>
            </a:extLst>
          </p:cNvPr>
          <p:cNvGrpSpPr/>
          <p:nvPr/>
        </p:nvGrpSpPr>
        <p:grpSpPr>
          <a:xfrm>
            <a:off x="935100" y="1152655"/>
            <a:ext cx="9899877" cy="4696983"/>
            <a:chOff x="935100" y="1152655"/>
            <a:chExt cx="9899877" cy="4696983"/>
          </a:xfrm>
        </p:grpSpPr>
        <p:pic>
          <p:nvPicPr>
            <p:cNvPr id="7" name="Graphic 6" descr="Server with solid fill">
              <a:extLst>
                <a:ext uri="{FF2B5EF4-FFF2-40B4-BE49-F238E27FC236}">
                  <a16:creationId xmlns:a16="http://schemas.microsoft.com/office/drawing/2014/main" id="{87078184-839C-A749-B832-99903DA2A1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17735" y="3132611"/>
              <a:ext cx="1272253" cy="1272253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0198956E-AE38-3B84-013F-C086FFB3EA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98521" y="4593865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Database with solid fill">
              <a:extLst>
                <a:ext uri="{FF2B5EF4-FFF2-40B4-BE49-F238E27FC236}">
                  <a16:creationId xmlns:a16="http://schemas.microsoft.com/office/drawing/2014/main" id="{7479D2D1-B4DD-B2F3-D2F8-D80C840FCB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20577" y="3311537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Open laptop device">
              <a:extLst>
                <a:ext uri="{FF2B5EF4-FFF2-40B4-BE49-F238E27FC236}">
                  <a16:creationId xmlns:a16="http://schemas.microsoft.com/office/drawing/2014/main" id="{C58019CC-7CA1-02E0-135F-E1F404779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7085" y="2915375"/>
              <a:ext cx="1456614" cy="1038225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363A953-24AD-7597-3767-B00F9CE48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3699" y="3251632"/>
              <a:ext cx="4539803" cy="333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BAA56D5-CD3D-AB8C-3FA3-F534162ABA9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8193" y="4256740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Graphic 29" descr="Server with solid fill">
              <a:extLst>
                <a:ext uri="{FF2B5EF4-FFF2-40B4-BE49-F238E27FC236}">
                  <a16:creationId xmlns:a16="http://schemas.microsoft.com/office/drawing/2014/main" id="{3B42B578-247F-F20C-55D6-0470991BCC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73392" y="1332125"/>
              <a:ext cx="914400" cy="914400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52B56E0-F3B0-4BF7-9134-3785ABCB3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073" y="1808089"/>
              <a:ext cx="852920" cy="9434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B82896A-4730-E2BB-FFC3-AC01B5C20DD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20473" y="1960489"/>
              <a:ext cx="852920" cy="9434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8B83D4-1345-7BBE-04EE-0DAC88D6AFB7}"/>
                </a:ext>
              </a:extLst>
            </p:cNvPr>
            <p:cNvSpPr txBox="1"/>
            <p:nvPr/>
          </p:nvSpPr>
          <p:spPr>
            <a:xfrm rot="-2880000">
              <a:off x="2596978" y="1940139"/>
              <a:ext cx="1779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www.dogs.com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26D85F-5F66-3F9B-2D64-98DED3C9FAF1}"/>
                </a:ext>
              </a:extLst>
            </p:cNvPr>
            <p:cNvSpPr txBox="1"/>
            <p:nvPr/>
          </p:nvSpPr>
          <p:spPr>
            <a:xfrm rot="-2880000">
              <a:off x="3268397" y="2328947"/>
              <a:ext cx="1220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IP address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8B9527F-65F1-FE04-0F99-49E1C44C5E6B}"/>
                </a:ext>
              </a:extLst>
            </p:cNvPr>
            <p:cNvSpPr txBox="1"/>
            <p:nvPr/>
          </p:nvSpPr>
          <p:spPr>
            <a:xfrm>
              <a:off x="4922983" y="1152655"/>
              <a:ext cx="17456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Domain Name Server (DNS)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07901E-8008-A217-1A31-DAB118974E91}"/>
                </a:ext>
              </a:extLst>
            </p:cNvPr>
            <p:cNvSpPr txBox="1"/>
            <p:nvPr/>
          </p:nvSpPr>
          <p:spPr>
            <a:xfrm>
              <a:off x="8230931" y="2855499"/>
              <a:ext cx="1364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Web server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0C06D4-1512-4C15-9AEF-DCD36331261C}"/>
                </a:ext>
              </a:extLst>
            </p:cNvPr>
            <p:cNvSpPr txBox="1"/>
            <p:nvPr/>
          </p:nvSpPr>
          <p:spPr>
            <a:xfrm>
              <a:off x="10010005" y="2915680"/>
              <a:ext cx="735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 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735AB0F-8134-3FB3-B76B-41C7843E31A3}"/>
                </a:ext>
              </a:extLst>
            </p:cNvPr>
            <p:cNvGrpSpPr/>
            <p:nvPr/>
          </p:nvGrpSpPr>
          <p:grpSpPr>
            <a:xfrm>
              <a:off x="9331407" y="3600173"/>
              <a:ext cx="747751" cy="337127"/>
              <a:chOff x="5728858" y="4178914"/>
              <a:chExt cx="3685309" cy="337127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FED0229-C4E4-0279-2BC6-46A5226F6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8858" y="4178914"/>
                <a:ext cx="368530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4444ACD-11C2-82CC-665B-00231A4E2E2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28858" y="4516041"/>
                <a:ext cx="368530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23E5D4-0E5D-0DEF-7AFE-A8A0EB50DB14}"/>
                </a:ext>
              </a:extLst>
            </p:cNvPr>
            <p:cNvSpPr txBox="1"/>
            <p:nvPr/>
          </p:nvSpPr>
          <p:spPr>
            <a:xfrm>
              <a:off x="5493470" y="2855499"/>
              <a:ext cx="1654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Request page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6071394-4629-763F-FEDC-593986FEFAFD}"/>
                </a:ext>
              </a:extLst>
            </p:cNvPr>
            <p:cNvSpPr txBox="1"/>
            <p:nvPr/>
          </p:nvSpPr>
          <p:spPr>
            <a:xfrm>
              <a:off x="5711246" y="430726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Response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26DC9F-1795-21EB-9482-63E3C30FD57B}"/>
                </a:ext>
              </a:extLst>
            </p:cNvPr>
            <p:cNvSpPr txBox="1"/>
            <p:nvPr/>
          </p:nvSpPr>
          <p:spPr>
            <a:xfrm>
              <a:off x="5733253" y="5480306"/>
              <a:ext cx="1175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HTML file</a:t>
              </a: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7AA4BE6-B16E-A449-677B-36B1FEDF144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46280" y="3985108"/>
              <a:ext cx="1631912" cy="271632"/>
            </a:xfrm>
            <a:prstGeom prst="bentConnector3">
              <a:avLst>
                <a:gd name="adj1" fmla="val 99869"/>
              </a:avLst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aphic 5" descr="Dog with solid fill">
              <a:extLst>
                <a:ext uri="{FF2B5EF4-FFF2-40B4-BE49-F238E27FC236}">
                  <a16:creationId xmlns:a16="http://schemas.microsoft.com/office/drawing/2014/main" id="{B388D501-1C8E-F8F7-B1DD-0C3E1CBFBE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2361" y="3163275"/>
              <a:ext cx="466061" cy="4660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446BD0-D163-9B26-FFA0-149709118BDD}"/>
                </a:ext>
              </a:extLst>
            </p:cNvPr>
            <p:cNvSpPr txBox="1"/>
            <p:nvPr/>
          </p:nvSpPr>
          <p:spPr>
            <a:xfrm>
              <a:off x="2423418" y="3040165"/>
              <a:ext cx="10449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All About Dogs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75659A-9C36-931F-464F-C896FF180517}"/>
                </a:ext>
              </a:extLst>
            </p:cNvPr>
            <p:cNvSpPr txBox="1"/>
            <p:nvPr/>
          </p:nvSpPr>
          <p:spPr>
            <a:xfrm>
              <a:off x="935100" y="3040165"/>
              <a:ext cx="14630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Computer with browser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5EF681-8019-E3CF-3B9D-9CE9397D9F5F}"/>
                </a:ext>
              </a:extLst>
            </p:cNvPr>
            <p:cNvSpPr txBox="1"/>
            <p:nvPr/>
          </p:nvSpPr>
          <p:spPr>
            <a:xfrm>
              <a:off x="2223165" y="4270699"/>
              <a:ext cx="18105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Browser renders HTML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477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45C3-F0FA-93D9-CB61-361367B6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3252-8DB5-41C5-A9F1-E32597BC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Browser Renders Local HTML File</a:t>
            </a:r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7B0729EF-825E-5307-9544-985885A42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8521" y="4593865"/>
            <a:ext cx="914400" cy="914400"/>
          </a:xfrm>
          <a:prstGeom prst="rect">
            <a:avLst/>
          </a:prstGeom>
        </p:spPr>
      </p:pic>
      <p:pic>
        <p:nvPicPr>
          <p:cNvPr id="21" name="Graphic 20" descr="Open laptop device">
            <a:extLst>
              <a:ext uri="{FF2B5EF4-FFF2-40B4-BE49-F238E27FC236}">
                <a16:creationId xmlns:a16="http://schemas.microsoft.com/office/drawing/2014/main" id="{0BC0FB4B-3FD0-71A9-E57C-831372C12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7085" y="2915375"/>
            <a:ext cx="1456614" cy="103822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9809DE0-B99B-AB13-79F2-85FD8B9949C0}"/>
              </a:ext>
            </a:extLst>
          </p:cNvPr>
          <p:cNvSpPr txBox="1"/>
          <p:nvPr/>
        </p:nvSpPr>
        <p:spPr>
          <a:xfrm>
            <a:off x="5711246" y="430726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file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AAD627-951D-412B-125E-CE37109ACB1C}"/>
              </a:ext>
            </a:extLst>
          </p:cNvPr>
          <p:cNvSpPr txBox="1"/>
          <p:nvPr/>
        </p:nvSpPr>
        <p:spPr>
          <a:xfrm>
            <a:off x="5733253" y="5480306"/>
            <a:ext cx="117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 file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DCC30CA-F72F-3FA5-B86E-7402FD32AE76}"/>
              </a:ext>
            </a:extLst>
          </p:cNvPr>
          <p:cNvCxnSpPr>
            <a:cxnSpLocks/>
          </p:cNvCxnSpPr>
          <p:nvPr/>
        </p:nvCxnSpPr>
        <p:spPr>
          <a:xfrm rot="10800000">
            <a:off x="2846280" y="3985108"/>
            <a:ext cx="1631912" cy="271632"/>
          </a:xfrm>
          <a:prstGeom prst="bentConnector3">
            <a:avLst>
              <a:gd name="adj1" fmla="val 99869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Dog with solid fill">
            <a:extLst>
              <a:ext uri="{FF2B5EF4-FFF2-40B4-BE49-F238E27FC236}">
                <a16:creationId xmlns:a16="http://schemas.microsoft.com/office/drawing/2014/main" id="{A81ADB91-54D9-254B-A5E9-CB30671BC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2361" y="3163275"/>
            <a:ext cx="466061" cy="466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7C5484-574D-A023-7831-3AA51C1B6637}"/>
              </a:ext>
            </a:extLst>
          </p:cNvPr>
          <p:cNvSpPr txBox="1"/>
          <p:nvPr/>
        </p:nvSpPr>
        <p:spPr>
          <a:xfrm>
            <a:off x="2423418" y="3040165"/>
            <a:ext cx="104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All About Dogs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9583A-FF75-4586-6F9F-7F9DE530752F}"/>
              </a:ext>
            </a:extLst>
          </p:cNvPr>
          <p:cNvSpPr txBox="1"/>
          <p:nvPr/>
        </p:nvSpPr>
        <p:spPr>
          <a:xfrm>
            <a:off x="935100" y="304016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with browser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3958AB-BB50-899A-3CEB-58B2625FC3B3}"/>
              </a:ext>
            </a:extLst>
          </p:cNvPr>
          <p:cNvSpPr txBox="1"/>
          <p:nvPr/>
        </p:nvSpPr>
        <p:spPr>
          <a:xfrm>
            <a:off x="2223165" y="4270699"/>
            <a:ext cx="181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Browser renders HTML file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3EF06A0-8643-6011-7118-D9D91F90E8FE}"/>
              </a:ext>
            </a:extLst>
          </p:cNvPr>
          <p:cNvCxnSpPr>
            <a:cxnSpLocks/>
          </p:cNvCxnSpPr>
          <p:nvPr/>
        </p:nvCxnSpPr>
        <p:spPr>
          <a:xfrm>
            <a:off x="3531989" y="3259205"/>
            <a:ext cx="1003378" cy="996896"/>
          </a:xfrm>
          <a:prstGeom prst="bentConnector3">
            <a:avLst>
              <a:gd name="adj1" fmla="val 341623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40BA53-4BAF-D6D6-DFA8-01B5C163CAA4}"/>
              </a:ext>
            </a:extLst>
          </p:cNvPr>
          <p:cNvSpPr txBox="1"/>
          <p:nvPr/>
        </p:nvSpPr>
        <p:spPr>
          <a:xfrm>
            <a:off x="7571232" y="2350008"/>
            <a:ext cx="4014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An HTML file is just a text file with a specific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browser can render a local file as well as fetching and rendering a remote one</a:t>
            </a:r>
          </a:p>
        </p:txBody>
      </p:sp>
    </p:spTree>
    <p:extLst>
      <p:ext uri="{BB962C8B-B14F-4D97-AF65-F5344CB8AC3E}">
        <p14:creationId xmlns:p14="http://schemas.microsoft.com/office/powerpoint/2010/main" val="236707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5581-4048-0976-B58E-D2667583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6901-6D5A-7BE3-5C7A-DE3DBF53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Web Scraping Process</a:t>
            </a:r>
          </a:p>
        </p:txBody>
      </p:sp>
      <p:pic>
        <p:nvPicPr>
          <p:cNvPr id="7" name="Graphic 6" descr="Server with solid fill">
            <a:extLst>
              <a:ext uri="{FF2B5EF4-FFF2-40B4-BE49-F238E27FC236}">
                <a16:creationId xmlns:a16="http://schemas.microsoft.com/office/drawing/2014/main" id="{DACBC773-8825-00CE-05F4-7E6CEAF4B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7735" y="3132611"/>
            <a:ext cx="1272253" cy="1272253"/>
          </a:xfrm>
          <a:prstGeom prst="rect">
            <a:avLst/>
          </a:prstGeom>
        </p:spPr>
      </p:pic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F41A30D-CD7A-1B6E-8520-530530FFA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521" y="4593865"/>
            <a:ext cx="914400" cy="914400"/>
          </a:xfrm>
          <a:prstGeom prst="rect">
            <a:avLst/>
          </a:prstGeom>
        </p:spPr>
      </p:pic>
      <p:pic>
        <p:nvPicPr>
          <p:cNvPr id="11" name="Graphic 10" descr="Table with solid fill">
            <a:extLst>
              <a:ext uri="{FF2B5EF4-FFF2-40B4-BE49-F238E27FC236}">
                <a16:creationId xmlns:a16="http://schemas.microsoft.com/office/drawing/2014/main" id="{3F7F6600-E247-1820-0617-50BD995E9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6960" y="5424844"/>
            <a:ext cx="914400" cy="914400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78F2131D-5748-4D01-9E19-FEF2907A7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77" y="3311537"/>
            <a:ext cx="914400" cy="914400"/>
          </a:xfrm>
          <a:prstGeom prst="rect">
            <a:avLst/>
          </a:prstGeom>
        </p:spPr>
      </p:pic>
      <p:pic>
        <p:nvPicPr>
          <p:cNvPr id="21" name="Graphic 20" descr="Open laptop device">
            <a:extLst>
              <a:ext uri="{FF2B5EF4-FFF2-40B4-BE49-F238E27FC236}">
                <a16:creationId xmlns:a16="http://schemas.microsoft.com/office/drawing/2014/main" id="{E984806C-C6DB-38AF-98D4-908FBC3A4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7085" y="2915375"/>
            <a:ext cx="1456614" cy="10382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C07451-F27A-5CD9-C88B-1AACB35154DF}"/>
              </a:ext>
            </a:extLst>
          </p:cNvPr>
          <p:cNvCxnSpPr>
            <a:cxnSpLocks/>
          </p:cNvCxnSpPr>
          <p:nvPr/>
        </p:nvCxnSpPr>
        <p:spPr>
          <a:xfrm>
            <a:off x="3623699" y="3251632"/>
            <a:ext cx="45398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81050A-EC0F-0B64-6763-01A4F439D0DA}"/>
              </a:ext>
            </a:extLst>
          </p:cNvPr>
          <p:cNvCxnSpPr>
            <a:cxnSpLocks/>
          </p:cNvCxnSpPr>
          <p:nvPr/>
        </p:nvCxnSpPr>
        <p:spPr>
          <a:xfrm rot="10800000">
            <a:off x="4478193" y="4256740"/>
            <a:ext cx="368530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Server with solid fill">
            <a:extLst>
              <a:ext uri="{FF2B5EF4-FFF2-40B4-BE49-F238E27FC236}">
                <a16:creationId xmlns:a16="http://schemas.microsoft.com/office/drawing/2014/main" id="{9E42CE72-C99C-0F99-24BF-DE41F8ADC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3392" y="1332125"/>
            <a:ext cx="914400" cy="9144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AFE6984-6699-836F-D358-03390DB5A612}"/>
              </a:ext>
            </a:extLst>
          </p:cNvPr>
          <p:cNvCxnSpPr>
            <a:cxnSpLocks/>
          </p:cNvCxnSpPr>
          <p:nvPr/>
        </p:nvCxnSpPr>
        <p:spPr>
          <a:xfrm flipV="1">
            <a:off x="3168073" y="18080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7F5DBF-AE9F-7465-3FC0-239C8B14FA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0473" y="19604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21EFED-7EE4-FCF2-3E73-17540430543B}"/>
              </a:ext>
            </a:extLst>
          </p:cNvPr>
          <p:cNvSpPr txBox="1"/>
          <p:nvPr/>
        </p:nvSpPr>
        <p:spPr>
          <a:xfrm rot="-2880000">
            <a:off x="3268397" y="2328947"/>
            <a:ext cx="122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IP address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B9CC99-EA28-CB19-2390-BBB6EE713461}"/>
              </a:ext>
            </a:extLst>
          </p:cNvPr>
          <p:cNvSpPr txBox="1"/>
          <p:nvPr/>
        </p:nvSpPr>
        <p:spPr>
          <a:xfrm>
            <a:off x="4922983" y="1152655"/>
            <a:ext cx="1745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Domain Name Server (DNS)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45B433-E47E-96AE-CCF1-01E4D2B678E2}"/>
              </a:ext>
            </a:extLst>
          </p:cNvPr>
          <p:cNvSpPr txBox="1"/>
          <p:nvPr/>
        </p:nvSpPr>
        <p:spPr>
          <a:xfrm>
            <a:off x="8230931" y="2855499"/>
            <a:ext cx="13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server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E82ACB-0C00-20A7-F2B9-F4F61A2588D9}"/>
              </a:ext>
            </a:extLst>
          </p:cNvPr>
          <p:cNvSpPr txBox="1"/>
          <p:nvPr/>
        </p:nvSpPr>
        <p:spPr>
          <a:xfrm>
            <a:off x="10010005" y="2915680"/>
            <a:ext cx="73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F6A184C-B1DF-E320-46E2-9694D990455C}"/>
              </a:ext>
            </a:extLst>
          </p:cNvPr>
          <p:cNvGrpSpPr/>
          <p:nvPr/>
        </p:nvGrpSpPr>
        <p:grpSpPr>
          <a:xfrm>
            <a:off x="9331407" y="3600173"/>
            <a:ext cx="747751" cy="337127"/>
            <a:chOff x="5728858" y="4178914"/>
            <a:chExt cx="3685309" cy="33712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141D617-D758-5CD5-A92F-E56FC487D6B7}"/>
                </a:ext>
              </a:extLst>
            </p:cNvPr>
            <p:cNvCxnSpPr>
              <a:cxnSpLocks/>
            </p:cNvCxnSpPr>
            <p:nvPr/>
          </p:nvCxnSpPr>
          <p:spPr>
            <a:xfrm>
              <a:off x="5728858" y="4178914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B30D81C-AA5E-30D9-D2E2-8C6537354F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728858" y="4516041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FE59571-4CEE-1F0C-AD75-46C8DDFC71D5}"/>
              </a:ext>
            </a:extLst>
          </p:cNvPr>
          <p:cNvSpPr txBox="1"/>
          <p:nvPr/>
        </p:nvSpPr>
        <p:spPr>
          <a:xfrm>
            <a:off x="5493470" y="2855499"/>
            <a:ext cx="165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Request page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7712F-B287-94AB-FA1F-55331C812DBD}"/>
              </a:ext>
            </a:extLst>
          </p:cNvPr>
          <p:cNvSpPr txBox="1"/>
          <p:nvPr/>
        </p:nvSpPr>
        <p:spPr>
          <a:xfrm>
            <a:off x="5711246" y="430726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Response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2D2049-2F12-A1A7-3082-D88417B4F0E9}"/>
              </a:ext>
            </a:extLst>
          </p:cNvPr>
          <p:cNvSpPr txBox="1"/>
          <p:nvPr/>
        </p:nvSpPr>
        <p:spPr>
          <a:xfrm>
            <a:off x="5733253" y="5480306"/>
            <a:ext cx="117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 file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22FD92D-2314-5C2F-F6C0-9495CB1CDA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95392" y="4256740"/>
            <a:ext cx="1582800" cy="286474"/>
          </a:xfrm>
          <a:prstGeom prst="bentConnector3">
            <a:avLst>
              <a:gd name="adj1" fmla="val 99684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8BDDA3-BABF-590D-5C88-404D2E03FB59}"/>
              </a:ext>
            </a:extLst>
          </p:cNvPr>
          <p:cNvSpPr txBox="1"/>
          <p:nvPr/>
        </p:nvSpPr>
        <p:spPr>
          <a:xfrm rot="-2880000">
            <a:off x="2596978" y="1940139"/>
            <a:ext cx="177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www.dogs.com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DF0D0-5006-4134-2242-83F4C264FF57}"/>
              </a:ext>
            </a:extLst>
          </p:cNvPr>
          <p:cNvSpPr txBox="1"/>
          <p:nvPr/>
        </p:nvSpPr>
        <p:spPr>
          <a:xfrm>
            <a:off x="935100" y="304016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with browser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B01A96-ACF2-75EE-2D69-A26BA1229907}"/>
              </a:ext>
            </a:extLst>
          </p:cNvPr>
          <p:cNvSpPr txBox="1"/>
          <p:nvPr/>
        </p:nvSpPr>
        <p:spPr>
          <a:xfrm>
            <a:off x="1750026" y="4543215"/>
            <a:ext cx="248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Extract data from HTML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4A4B98-9675-177A-3095-03364869E034}"/>
              </a:ext>
            </a:extLst>
          </p:cNvPr>
          <p:cNvCxnSpPr>
            <a:cxnSpLocks/>
          </p:cNvCxnSpPr>
          <p:nvPr/>
        </p:nvCxnSpPr>
        <p:spPr>
          <a:xfrm>
            <a:off x="2895391" y="4912547"/>
            <a:ext cx="0" cy="6357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E62280-5B7C-EEB8-8BB9-FC604CB98B25}"/>
              </a:ext>
            </a:extLst>
          </p:cNvPr>
          <p:cNvSpPr txBox="1"/>
          <p:nvPr/>
        </p:nvSpPr>
        <p:spPr>
          <a:xfrm>
            <a:off x="1441077" y="6205210"/>
            <a:ext cx="310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.csv or .xlsx file (for example)</a:t>
            </a:r>
          </a:p>
        </p:txBody>
      </p:sp>
    </p:spTree>
    <p:extLst>
      <p:ext uri="{BB962C8B-B14F-4D97-AF65-F5344CB8AC3E}">
        <p14:creationId xmlns:p14="http://schemas.microsoft.com/office/powerpoint/2010/main" val="313248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6CE2-506B-B2A7-2B09-6C1E52B9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8A3A-9939-2DFB-3F90-D278838A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Web Scraper Tool</a:t>
            </a:r>
          </a:p>
        </p:txBody>
      </p:sp>
      <p:pic>
        <p:nvPicPr>
          <p:cNvPr id="7" name="Graphic 6" descr="Server with solid fill">
            <a:extLst>
              <a:ext uri="{FF2B5EF4-FFF2-40B4-BE49-F238E27FC236}">
                <a16:creationId xmlns:a16="http://schemas.microsoft.com/office/drawing/2014/main" id="{8E8C8235-5765-595B-A984-69AFE65E8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7735" y="3132611"/>
            <a:ext cx="1272253" cy="1272253"/>
          </a:xfrm>
          <a:prstGeom prst="rect">
            <a:avLst/>
          </a:prstGeom>
        </p:spPr>
      </p:pic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AEE062F-7280-1571-83EC-7D921E8AC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521" y="4593865"/>
            <a:ext cx="914400" cy="914400"/>
          </a:xfrm>
          <a:prstGeom prst="rect">
            <a:avLst/>
          </a:prstGeom>
        </p:spPr>
      </p:pic>
      <p:pic>
        <p:nvPicPr>
          <p:cNvPr id="11" name="Graphic 10" descr="Table with solid fill">
            <a:extLst>
              <a:ext uri="{FF2B5EF4-FFF2-40B4-BE49-F238E27FC236}">
                <a16:creationId xmlns:a16="http://schemas.microsoft.com/office/drawing/2014/main" id="{F836DA64-1131-C721-25E5-3D42F57F8C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6960" y="5424844"/>
            <a:ext cx="914400" cy="914400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229EB938-5BB1-3BF6-F0A6-A0507385C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77" y="3311537"/>
            <a:ext cx="914400" cy="914400"/>
          </a:xfrm>
          <a:prstGeom prst="rect">
            <a:avLst/>
          </a:prstGeom>
        </p:spPr>
      </p:pic>
      <p:pic>
        <p:nvPicPr>
          <p:cNvPr id="21" name="Graphic 20" descr="Open laptop device">
            <a:extLst>
              <a:ext uri="{FF2B5EF4-FFF2-40B4-BE49-F238E27FC236}">
                <a16:creationId xmlns:a16="http://schemas.microsoft.com/office/drawing/2014/main" id="{94C04E1D-DA90-4CFC-A745-F1A05F52C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7085" y="2915375"/>
            <a:ext cx="1456614" cy="10382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DA4628-C2EE-DC4E-EDDB-8C986BBA3D4F}"/>
              </a:ext>
            </a:extLst>
          </p:cNvPr>
          <p:cNvCxnSpPr>
            <a:cxnSpLocks/>
          </p:cNvCxnSpPr>
          <p:nvPr/>
        </p:nvCxnSpPr>
        <p:spPr>
          <a:xfrm>
            <a:off x="3623699" y="3251632"/>
            <a:ext cx="45398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1B0F37-81B9-16F2-FA16-68EDDF6D2489}"/>
              </a:ext>
            </a:extLst>
          </p:cNvPr>
          <p:cNvCxnSpPr>
            <a:cxnSpLocks/>
          </p:cNvCxnSpPr>
          <p:nvPr/>
        </p:nvCxnSpPr>
        <p:spPr>
          <a:xfrm rot="10800000">
            <a:off x="4478193" y="4256740"/>
            <a:ext cx="368530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Server with solid fill">
            <a:extLst>
              <a:ext uri="{FF2B5EF4-FFF2-40B4-BE49-F238E27FC236}">
                <a16:creationId xmlns:a16="http://schemas.microsoft.com/office/drawing/2014/main" id="{4B962103-77E6-0BB6-6F7F-A2DF4217FA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3392" y="1332125"/>
            <a:ext cx="914400" cy="9144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0E5140-2E21-F701-61E3-24686CD0DAF4}"/>
              </a:ext>
            </a:extLst>
          </p:cNvPr>
          <p:cNvCxnSpPr>
            <a:cxnSpLocks/>
          </p:cNvCxnSpPr>
          <p:nvPr/>
        </p:nvCxnSpPr>
        <p:spPr>
          <a:xfrm flipV="1">
            <a:off x="3168073" y="18080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092927-C116-4589-56F5-4401BCC5AB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0473" y="1960489"/>
            <a:ext cx="852920" cy="9434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B913AF-9CC8-1DF6-4F46-45D6B40710C9}"/>
              </a:ext>
            </a:extLst>
          </p:cNvPr>
          <p:cNvSpPr txBox="1"/>
          <p:nvPr/>
        </p:nvSpPr>
        <p:spPr>
          <a:xfrm rot="-2880000">
            <a:off x="3268397" y="2328947"/>
            <a:ext cx="122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IP address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C8C738-96A7-1722-F995-2388A082E3CA}"/>
              </a:ext>
            </a:extLst>
          </p:cNvPr>
          <p:cNvSpPr txBox="1"/>
          <p:nvPr/>
        </p:nvSpPr>
        <p:spPr>
          <a:xfrm>
            <a:off x="4922983" y="1152655"/>
            <a:ext cx="1745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Domain Name Server (DNS)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C5F17B-768B-843A-6871-B4AACC96F1E5}"/>
              </a:ext>
            </a:extLst>
          </p:cNvPr>
          <p:cNvSpPr txBox="1"/>
          <p:nvPr/>
        </p:nvSpPr>
        <p:spPr>
          <a:xfrm>
            <a:off x="8230931" y="2855499"/>
            <a:ext cx="13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server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FE8CD8-B284-ADB3-3C8C-4A7DEF37CDC9}"/>
              </a:ext>
            </a:extLst>
          </p:cNvPr>
          <p:cNvSpPr txBox="1"/>
          <p:nvPr/>
        </p:nvSpPr>
        <p:spPr>
          <a:xfrm>
            <a:off x="10010005" y="2915680"/>
            <a:ext cx="73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DC76F3A-4777-B225-9BC7-C073242D54EA}"/>
              </a:ext>
            </a:extLst>
          </p:cNvPr>
          <p:cNvGrpSpPr/>
          <p:nvPr/>
        </p:nvGrpSpPr>
        <p:grpSpPr>
          <a:xfrm>
            <a:off x="9331407" y="3600173"/>
            <a:ext cx="747751" cy="337127"/>
            <a:chOff x="5728858" y="4178914"/>
            <a:chExt cx="3685309" cy="33712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E759F2A-B927-3A5A-EA28-151F78E59725}"/>
                </a:ext>
              </a:extLst>
            </p:cNvPr>
            <p:cNvCxnSpPr>
              <a:cxnSpLocks/>
            </p:cNvCxnSpPr>
            <p:nvPr/>
          </p:nvCxnSpPr>
          <p:spPr>
            <a:xfrm>
              <a:off x="5728858" y="4178914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C06E316-6D1E-2E87-82E9-3F9CBD587A7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728858" y="4516041"/>
              <a:ext cx="36853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B043809-C7F5-86A3-07DA-0D82ED6F41FC}"/>
              </a:ext>
            </a:extLst>
          </p:cNvPr>
          <p:cNvSpPr txBox="1"/>
          <p:nvPr/>
        </p:nvSpPr>
        <p:spPr>
          <a:xfrm>
            <a:off x="5493470" y="2855499"/>
            <a:ext cx="165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Request page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455992-93B4-DA9A-2BD6-6F035F5C919C}"/>
              </a:ext>
            </a:extLst>
          </p:cNvPr>
          <p:cNvSpPr txBox="1"/>
          <p:nvPr/>
        </p:nvSpPr>
        <p:spPr>
          <a:xfrm>
            <a:off x="5711246" y="430726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Response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E76CC6-283F-48F0-8F26-F361A062E76D}"/>
              </a:ext>
            </a:extLst>
          </p:cNvPr>
          <p:cNvSpPr txBox="1"/>
          <p:nvPr/>
        </p:nvSpPr>
        <p:spPr>
          <a:xfrm>
            <a:off x="5733253" y="5480306"/>
            <a:ext cx="117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 file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EC9417D-B5BD-A789-4B87-32C8E49341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95392" y="4256740"/>
            <a:ext cx="1582800" cy="286474"/>
          </a:xfrm>
          <a:prstGeom prst="bentConnector3">
            <a:avLst>
              <a:gd name="adj1" fmla="val 99684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1F0E75-0A47-5AE6-6053-B38073915197}"/>
              </a:ext>
            </a:extLst>
          </p:cNvPr>
          <p:cNvSpPr txBox="1"/>
          <p:nvPr/>
        </p:nvSpPr>
        <p:spPr>
          <a:xfrm rot="-2880000">
            <a:off x="2596978" y="1940139"/>
            <a:ext cx="177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www.dogs.com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3835D-68AE-EB1D-B7E2-B097DF96D45E}"/>
              </a:ext>
            </a:extLst>
          </p:cNvPr>
          <p:cNvSpPr txBox="1"/>
          <p:nvPr/>
        </p:nvSpPr>
        <p:spPr>
          <a:xfrm>
            <a:off x="1750026" y="4543215"/>
            <a:ext cx="248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Extract data from HTML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153B78-2CDB-1E60-3301-736C40F3BACA}"/>
              </a:ext>
            </a:extLst>
          </p:cNvPr>
          <p:cNvCxnSpPr>
            <a:cxnSpLocks/>
          </p:cNvCxnSpPr>
          <p:nvPr/>
        </p:nvCxnSpPr>
        <p:spPr>
          <a:xfrm>
            <a:off x="2895391" y="4912547"/>
            <a:ext cx="0" cy="6357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F44188-8626-BC0F-B01E-E98E14395A36}"/>
              </a:ext>
            </a:extLst>
          </p:cNvPr>
          <p:cNvSpPr txBox="1"/>
          <p:nvPr/>
        </p:nvSpPr>
        <p:spPr>
          <a:xfrm>
            <a:off x="1441077" y="6205210"/>
            <a:ext cx="310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.csv or .xlsx file (for example)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E1064-135A-EBE2-B5ED-FB8A89C6B957}"/>
              </a:ext>
            </a:extLst>
          </p:cNvPr>
          <p:cNvSpPr/>
          <p:nvPr/>
        </p:nvSpPr>
        <p:spPr>
          <a:xfrm>
            <a:off x="1441077" y="2751522"/>
            <a:ext cx="6034035" cy="38230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38AAC-E604-B1DD-21D6-2F3DBEDCF72F}"/>
              </a:ext>
            </a:extLst>
          </p:cNvPr>
          <p:cNvSpPr txBox="1"/>
          <p:nvPr/>
        </p:nvSpPr>
        <p:spPr>
          <a:xfrm>
            <a:off x="8019287" y="4738549"/>
            <a:ext cx="403734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will use the Chrome Web Scraper extension to automate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Some knowledge of HTML is needed to understand and fine-tune the process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20E44B-1A57-5259-0C72-896D6A3C6493}"/>
              </a:ext>
            </a:extLst>
          </p:cNvPr>
          <p:cNvCxnSpPr>
            <a:cxnSpLocks/>
          </p:cNvCxnSpPr>
          <p:nvPr/>
        </p:nvCxnSpPr>
        <p:spPr>
          <a:xfrm flipH="1" flipV="1">
            <a:off x="7475112" y="4543215"/>
            <a:ext cx="544175" cy="614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21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AA22-98CD-700F-DA5E-1DA39DC3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html code from Canadian MPs webpage</a:t>
            </a:r>
          </a:p>
        </p:txBody>
      </p:sp>
      <p:pic>
        <p:nvPicPr>
          <p:cNvPr id="7" name="Picture 6" descr="A screenshot of html cod">
            <a:extLst>
              <a:ext uri="{FF2B5EF4-FFF2-40B4-BE49-F238E27FC236}">
                <a16:creationId xmlns:a16="http://schemas.microsoft.com/office/drawing/2014/main" id="{E89E471C-F100-7FD3-2F01-6D32966E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45" y="1970356"/>
            <a:ext cx="10119509" cy="39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7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4166-3037-0D08-1E15-C9913A06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GB" dirty="0"/>
              <a:t>html code from UK MPs webpage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855A71-9A9A-CBA2-47BF-79907B25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95" y="1188720"/>
            <a:ext cx="10578610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AAE5-5426-A83E-59B1-BA69EAB9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Web scraping might not be necessary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7444B-40F9-39C9-E477-15D2B041A9FF}"/>
              </a:ext>
            </a:extLst>
          </p:cNvPr>
          <p:cNvSpPr txBox="1"/>
          <p:nvPr/>
        </p:nvSpPr>
        <p:spPr>
          <a:xfrm>
            <a:off x="1456182" y="1963048"/>
            <a:ext cx="9169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1F1F1F"/>
                </a:solidFill>
                <a:effectLst/>
              </a:rPr>
              <a:t>It might be possible (and quicker) to copy and paste data into a spreadsheet (probably only for small amounts of data)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1F1F1F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F1F1F"/>
                </a:solidFill>
              </a:rPr>
              <a:t>Data may be available for download on a website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1F1F1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1F1F1F"/>
                </a:solidFill>
                <a:effectLst/>
              </a:rPr>
              <a:t>An AP</a:t>
            </a:r>
            <a:r>
              <a:rPr lang="en-GB" sz="2000" dirty="0">
                <a:solidFill>
                  <a:srgbClr val="1F1F1F"/>
                </a:solidFill>
              </a:rPr>
              <a:t>I (application programming interface) may be provided for extraction of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F1F1F"/>
                </a:solidFill>
                <a:latin typeface="Mulish"/>
              </a:rPr>
              <a:t>For much larger needs, </a:t>
            </a:r>
            <a:r>
              <a:rPr lang="en-GB" sz="2000" dirty="0">
                <a:solidFill>
                  <a:srgbClr val="1F62FF"/>
                </a:solidFill>
                <a:latin typeface="Mulish"/>
                <a:hlinkClick r:id="rId2"/>
              </a:rPr>
              <a:t>Freedom of information Act (FOIA)</a:t>
            </a:r>
            <a:r>
              <a:rPr lang="en-GB" sz="2000" dirty="0">
                <a:solidFill>
                  <a:srgbClr val="1F1F1F"/>
                </a:solidFill>
                <a:latin typeface="Mulish"/>
              </a:rPr>
              <a:t> requests can be useful. Be specific about the formats required for the data you want.</a:t>
            </a:r>
            <a:endParaRPr lang="en-GB" sz="2000" dirty="0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1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620C391-20C5-6C32-725C-F3CDA73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AEFFA-200D-D500-21A7-99A4A7DF5C9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</p:spTree>
    <p:extLst>
      <p:ext uri="{BB962C8B-B14F-4D97-AF65-F5344CB8AC3E}">
        <p14:creationId xmlns:p14="http://schemas.microsoft.com/office/powerpoint/2010/main" val="409147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51AF-20F8-0C7F-45D6-664A4358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C1E77C9-E4A9-D744-825C-A837BA24D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470AAD-CEB0-56CF-C752-AC01D685586C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AB14D2-49AA-0600-ADD2-D29AC5AF343F}"/>
              </a:ext>
            </a:extLst>
          </p:cNvPr>
          <p:cNvCxnSpPr/>
          <p:nvPr/>
        </p:nvCxnSpPr>
        <p:spPr>
          <a:xfrm flipH="1">
            <a:off x="1970314" y="1371600"/>
            <a:ext cx="2329543" cy="174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EE563-88DA-5C17-075A-71F0C8B6C9FB}"/>
              </a:ext>
            </a:extLst>
          </p:cNvPr>
          <p:cNvCxnSpPr/>
          <p:nvPr/>
        </p:nvCxnSpPr>
        <p:spPr>
          <a:xfrm flipH="1">
            <a:off x="2046514" y="1545771"/>
            <a:ext cx="2253343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AFA632-82D0-D0AB-E25B-64260A4BEFD6}"/>
              </a:ext>
            </a:extLst>
          </p:cNvPr>
          <p:cNvSpPr txBox="1"/>
          <p:nvPr/>
        </p:nvSpPr>
        <p:spPr>
          <a:xfrm>
            <a:off x="4235849" y="1198406"/>
            <a:ext cx="5008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Elements marked by tags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DC651A-E435-F551-CAAE-25C40451902E}"/>
              </a:ext>
            </a:extLst>
          </p:cNvPr>
          <p:cNvCxnSpPr/>
          <p:nvPr/>
        </p:nvCxnSpPr>
        <p:spPr>
          <a:xfrm flipH="1">
            <a:off x="1874520" y="2286000"/>
            <a:ext cx="3273552" cy="585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D9A22E-A2F6-9749-70BE-D374ACC31F54}"/>
              </a:ext>
            </a:extLst>
          </p:cNvPr>
          <p:cNvCxnSpPr/>
          <p:nvPr/>
        </p:nvCxnSpPr>
        <p:spPr>
          <a:xfrm flipH="1">
            <a:off x="3666744" y="2386584"/>
            <a:ext cx="1490472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A4B5796-EEE3-9D95-8936-005B49829055}"/>
              </a:ext>
            </a:extLst>
          </p:cNvPr>
          <p:cNvSpPr txBox="1"/>
          <p:nvPr/>
        </p:nvSpPr>
        <p:spPr>
          <a:xfrm>
            <a:off x="5148072" y="1774371"/>
            <a:ext cx="270662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All tags are in pairs with a start &lt;x&gt; and end &lt;/x&gt; tag</a:t>
            </a:r>
          </a:p>
        </p:txBody>
      </p:sp>
    </p:spTree>
    <p:extLst>
      <p:ext uri="{BB962C8B-B14F-4D97-AF65-F5344CB8AC3E}">
        <p14:creationId xmlns:p14="http://schemas.microsoft.com/office/powerpoint/2010/main" val="371387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567-4018-1091-66D5-78D416AC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43452FF-24F0-1E60-B853-B3DA35F14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51855A-C066-81E5-E0F3-4D0362DECC3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7010E7-5602-D8C6-458D-8D11A6D35DC3}"/>
              </a:ext>
            </a:extLst>
          </p:cNvPr>
          <p:cNvCxnSpPr/>
          <p:nvPr/>
        </p:nvCxnSpPr>
        <p:spPr>
          <a:xfrm flipH="1" flipV="1">
            <a:off x="3483864" y="2212848"/>
            <a:ext cx="2011680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C3BD9A-3A64-4AE4-876C-387CEFA8E1C0}"/>
              </a:ext>
            </a:extLst>
          </p:cNvPr>
          <p:cNvCxnSpPr/>
          <p:nvPr/>
        </p:nvCxnSpPr>
        <p:spPr>
          <a:xfrm flipH="1">
            <a:off x="4325112" y="2651760"/>
            <a:ext cx="1225296" cy="105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4D72EE-588E-5DD6-0E63-4FAFE964C0B8}"/>
              </a:ext>
            </a:extLst>
          </p:cNvPr>
          <p:cNvSpPr txBox="1"/>
          <p:nvPr/>
        </p:nvSpPr>
        <p:spPr>
          <a:xfrm>
            <a:off x="5550408" y="2117389"/>
            <a:ext cx="301752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Text to be displayed by the element (between tags)</a:t>
            </a:r>
          </a:p>
        </p:txBody>
      </p:sp>
    </p:spTree>
    <p:extLst>
      <p:ext uri="{BB962C8B-B14F-4D97-AF65-F5344CB8AC3E}">
        <p14:creationId xmlns:p14="http://schemas.microsoft.com/office/powerpoint/2010/main" val="38935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A7C3-E668-3637-ED74-00EEFF0C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A3C64EF-08EF-0260-64A9-27BABBF8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40DEC5-ECE5-7025-910D-CC4D3D33580A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EAA34D-D0F0-DBA0-9F0E-6F8F8975EB76}"/>
              </a:ext>
            </a:extLst>
          </p:cNvPr>
          <p:cNvCxnSpPr>
            <a:cxnSpLocks/>
          </p:cNvCxnSpPr>
          <p:nvPr/>
        </p:nvCxnSpPr>
        <p:spPr>
          <a:xfrm flipH="1">
            <a:off x="5666232" y="3315938"/>
            <a:ext cx="2618232" cy="1543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0357EF-E1A7-EB4C-B419-2FD1AF5E571F}"/>
              </a:ext>
            </a:extLst>
          </p:cNvPr>
          <p:cNvSpPr txBox="1"/>
          <p:nvPr/>
        </p:nvSpPr>
        <p:spPr>
          <a:xfrm>
            <a:off x="7387784" y="1746278"/>
            <a:ext cx="46000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Attributes give more information.</a:t>
            </a:r>
          </a:p>
          <a:p>
            <a:r>
              <a:rPr lang="en-GB" sz="2400" dirty="0"/>
              <a:t>Located inside the start tag:</a:t>
            </a:r>
          </a:p>
          <a:p>
            <a:r>
              <a:rPr lang="en-GB" sz="2400" dirty="0"/>
              <a:t>name = “value”</a:t>
            </a:r>
          </a:p>
          <a:p>
            <a:r>
              <a:rPr lang="en-GB" sz="2400" dirty="0"/>
              <a:t>Here a link with name ‘</a:t>
            </a:r>
            <a:r>
              <a:rPr lang="en-GB" sz="2400" dirty="0" err="1"/>
              <a:t>href</a:t>
            </a:r>
            <a:r>
              <a:rPr lang="en-GB" sz="2400" dirty="0"/>
              <a:t>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3EA7F7-0181-6001-1579-4A6CB1DB4AF4}"/>
              </a:ext>
            </a:extLst>
          </p:cNvPr>
          <p:cNvSpPr txBox="1"/>
          <p:nvPr/>
        </p:nvSpPr>
        <p:spPr>
          <a:xfrm>
            <a:off x="8284464" y="3794380"/>
            <a:ext cx="303818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Text to be displayed on the hyperlink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23B6A2-D07F-6CC6-95A8-2258451A290B}"/>
              </a:ext>
            </a:extLst>
          </p:cNvPr>
          <p:cNvCxnSpPr/>
          <p:nvPr/>
        </p:nvCxnSpPr>
        <p:spPr>
          <a:xfrm flipH="1">
            <a:off x="7598664" y="4215384"/>
            <a:ext cx="685800" cy="644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005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B5C-1A88-B4C4-5A3C-F4752138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html  Tree Format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8A61302-D799-3CAC-B293-FC50B01D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17" y="1892226"/>
            <a:ext cx="5476965" cy="44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2A857-BC7F-6160-DC28-E8A96EB9C2B8}"/>
              </a:ext>
            </a:extLst>
          </p:cNvPr>
          <p:cNvSpPr txBox="1"/>
          <p:nvPr/>
        </p:nvSpPr>
        <p:spPr>
          <a:xfrm>
            <a:off x="7961376" y="6391518"/>
            <a:ext cx="423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Mulish"/>
              </a:rPr>
              <a:t>Source: Wikipedia. Author: Birger Eriksson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340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5EE-9C4A-AB47-3B1A-4DEAC42D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pPr algn="ctr"/>
            <a:r>
              <a:rPr lang="en-GB" dirty="0"/>
              <a:t>Cascading Style Sheet (CSS) Code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06D451-73A2-F435-E8E0-0B96AAF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57" y="1576007"/>
            <a:ext cx="4441285" cy="47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6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1E31-39D8-3ED1-2DAD-01D19B8A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Overall Structure of the Lesson Webpage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17878-AB99-BC25-7A5F-20184A8F5C67}"/>
              </a:ext>
            </a:extLst>
          </p:cNvPr>
          <p:cNvSpPr txBox="1">
            <a:spLocks/>
          </p:cNvSpPr>
          <p:nvPr/>
        </p:nvSpPr>
        <p:spPr>
          <a:xfrm>
            <a:off x="886016" y="1508717"/>
            <a:ext cx="10419968" cy="4832092"/>
          </a:xfrm>
          <a:prstGeom prst="rect">
            <a:avLst/>
          </a:prstGeom>
          <a:noFill/>
        </p:spPr>
        <p:txBody>
          <a:bodyPr wrap="square" anchor="ctr" anchorCtr="1">
            <a:spAutoFit/>
          </a:bodyPr>
          <a:lstStyle/>
          <a:p>
            <a:pPr algn="l" latinLnBrk="0">
              <a:buNone/>
            </a:pP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&lt;!doctype</a:t>
            </a: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html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html lang</a:t>
            </a:r>
            <a:r>
              <a:rPr lang="en-GB" sz="2800" b="0" i="0" dirty="0">
                <a:solidFill>
                  <a:srgbClr val="5E5E5E"/>
                </a:solidFill>
                <a:effectLst/>
                <a:latin typeface="inherit"/>
              </a:rPr>
              <a:t>=</a:t>
            </a:r>
            <a:r>
              <a:rPr lang="en-GB" sz="2800" b="0" i="0" dirty="0">
                <a:solidFill>
                  <a:srgbClr val="20794D"/>
                </a:solidFill>
                <a:effectLst/>
                <a:latin typeface="inherit"/>
              </a:rPr>
              <a:t>"</a:t>
            </a:r>
            <a:r>
              <a:rPr lang="en-GB" sz="2800" b="0" i="0" dirty="0" err="1">
                <a:solidFill>
                  <a:srgbClr val="20794D"/>
                </a:solidFill>
                <a:effectLst/>
                <a:latin typeface="inherit"/>
              </a:rPr>
              <a:t>en</a:t>
            </a:r>
            <a:r>
              <a:rPr lang="en-GB" sz="2800" b="0" i="0" dirty="0">
                <a:solidFill>
                  <a:srgbClr val="20794D"/>
                </a:solidFill>
                <a:effectLst/>
                <a:latin typeface="inherit"/>
              </a:rPr>
              <a:t>"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 data-bs-theme</a:t>
            </a:r>
            <a:r>
              <a:rPr lang="en-GB" sz="2800" b="0" i="0" dirty="0">
                <a:solidFill>
                  <a:srgbClr val="5E5E5E"/>
                </a:solidFill>
                <a:effectLst/>
                <a:latin typeface="inherit"/>
              </a:rPr>
              <a:t>=</a:t>
            </a:r>
            <a:r>
              <a:rPr lang="en-GB" sz="2800" b="0" i="0" dirty="0">
                <a:solidFill>
                  <a:srgbClr val="20794D"/>
                </a:solidFill>
                <a:effectLst/>
                <a:latin typeface="inherit"/>
              </a:rPr>
              <a:t>"auto"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head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  (...)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  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title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Introduction to Web Scraping: Anatomy of a web page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&lt;/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title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  (...)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&lt;/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head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body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	 (...)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 latinLnBrk="0">
              <a:buNone/>
            </a:pPr>
            <a:r>
              <a:rPr lang="en-GB" sz="2800" b="0" i="0" dirty="0">
                <a:solidFill>
                  <a:srgbClr val="1F1F1F"/>
                </a:solidFill>
                <a:effectLst/>
                <a:latin typeface="inherit"/>
              </a:rPr>
              <a:t>  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&lt;/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body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&lt;/</a:t>
            </a:r>
            <a:r>
              <a:rPr lang="en-GB" sz="2800" b="0" i="0" dirty="0">
                <a:solidFill>
                  <a:srgbClr val="007BA5"/>
                </a:solidFill>
                <a:effectLst/>
                <a:latin typeface="inherit"/>
              </a:rPr>
              <a:t>html</a:t>
            </a:r>
            <a:r>
              <a:rPr lang="en-GB" sz="2800" b="0" i="0" dirty="0">
                <a:solidFill>
                  <a:srgbClr val="AD0000"/>
                </a:solidFill>
                <a:effectLst/>
                <a:latin typeface="inherit"/>
              </a:rPr>
              <a:t>&gt;</a:t>
            </a:r>
            <a:endParaRPr lang="en-GB" sz="2800" b="0" i="0" dirty="0">
              <a:solidFill>
                <a:srgbClr val="1F1F1F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93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0A42-F4D5-382F-621D-DC3BE775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Email address</a:t>
            </a:r>
          </a:p>
        </p:txBody>
      </p:sp>
      <p:pic>
        <p:nvPicPr>
          <p:cNvPr id="4" name="Picture 3" descr="A computer code on a white background&#10;&#10;AI-generated content may be incorrect.">
            <a:extLst>
              <a:ext uri="{FF2B5EF4-FFF2-40B4-BE49-F238E27FC236}">
                <a16:creationId xmlns:a16="http://schemas.microsoft.com/office/drawing/2014/main" id="{C2AAD6C3-10B3-43D2-E4E9-ABAFE4A7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0" y="1690688"/>
            <a:ext cx="11400420" cy="3990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4F50C2-7982-2AC2-BAE5-AAD07970BB13}"/>
              </a:ext>
            </a:extLst>
          </p:cNvPr>
          <p:cNvSpPr txBox="1"/>
          <p:nvPr/>
        </p:nvSpPr>
        <p:spPr>
          <a:xfrm>
            <a:off x="838200" y="5788152"/>
            <a:ext cx="8634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Selector: </a:t>
            </a:r>
            <a:r>
              <a:rPr lang="en-GB" sz="2800" b="0" i="0" dirty="0" err="1">
                <a:solidFill>
                  <a:srgbClr val="333333"/>
                </a:solidFill>
                <a:effectLst/>
                <a:latin typeface="Helvetica Neue"/>
              </a:rPr>
              <a:t>div.contact-line:nth-of-type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Helvetica Neue"/>
              </a:rPr>
              <a:t>(2) a</a:t>
            </a: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4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584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Gill Sans MT</vt:lpstr>
      <vt:lpstr>Helvetica Neue</vt:lpstr>
      <vt:lpstr>inherit</vt:lpstr>
      <vt:lpstr>Mulish</vt:lpstr>
      <vt:lpstr>Source Code Pro</vt:lpstr>
      <vt:lpstr>Office Theme</vt:lpstr>
      <vt:lpstr>Welcome to Introduction to Web Scraping!</vt:lpstr>
      <vt:lpstr>PowerPoint Presentation</vt:lpstr>
      <vt:lpstr>Requesting a Web Page</vt:lpstr>
      <vt:lpstr>Browser Renders HTML</vt:lpstr>
      <vt:lpstr>Browser Renders Local HTML File</vt:lpstr>
      <vt:lpstr>Web Scraping Process</vt:lpstr>
      <vt:lpstr>Web Scraper Tool</vt:lpstr>
      <vt:lpstr>html code from Canadian MPs webpage</vt:lpstr>
      <vt:lpstr>html code from UK MPs webpage</vt:lpstr>
      <vt:lpstr>Web scraping might not be necessary</vt:lpstr>
      <vt:lpstr>PowerPoint Presentation</vt:lpstr>
      <vt:lpstr>PowerPoint Presentation</vt:lpstr>
      <vt:lpstr>PowerPoint Presentation</vt:lpstr>
      <vt:lpstr>PowerPoint Presentation</vt:lpstr>
      <vt:lpstr>html  Tree Format</vt:lpstr>
      <vt:lpstr>Cascading Style Sheet (CSS) Code </vt:lpstr>
      <vt:lpstr>Overall Structure of the Lesson Webpage</vt:lpstr>
      <vt:lpstr>Email address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Brown (Advanced Research Computing)</dc:creator>
  <cp:lastModifiedBy>Louise Brown (Advanced Research Computing)</cp:lastModifiedBy>
  <cp:revision>1</cp:revision>
  <dcterms:created xsi:type="dcterms:W3CDTF">2026-01-22T08:58:37Z</dcterms:created>
  <dcterms:modified xsi:type="dcterms:W3CDTF">2026-06-29T17:02:29Z</dcterms:modified>
</cp:coreProperties>
</file>