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9EEAA-CF00-46E7-93EB-DB0DCD9C8A53}" v="36" dt="2026-01-22T17:38:27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e Brown (Advanced Research Computing)" userId="1a26bf97-cc65-4962-b1c9-f482974b10b6" providerId="ADAL" clId="{31240669-A139-4487-A095-57964DDBD73A}"/>
    <pc:docChg chg="undo redo custSel addSld delSld modSld">
      <pc:chgData name="Louise Brown (Advanced Research Computing)" userId="1a26bf97-cc65-4962-b1c9-f482974b10b6" providerId="ADAL" clId="{31240669-A139-4487-A095-57964DDBD73A}" dt="2026-01-22T17:38:27.628" v="792"/>
      <pc:docMkLst>
        <pc:docMk/>
      </pc:docMkLst>
      <pc:sldChg chg="del">
        <pc:chgData name="Louise Brown (Advanced Research Computing)" userId="1a26bf97-cc65-4962-b1c9-f482974b10b6" providerId="ADAL" clId="{31240669-A139-4487-A095-57964DDBD73A}" dt="2026-01-22T10:48:18.922" v="204" actId="47"/>
        <pc:sldMkLst>
          <pc:docMk/>
          <pc:sldMk cId="1769585570" sldId="256"/>
        </pc:sldMkLst>
      </pc:sldChg>
      <pc:sldChg chg="new del">
        <pc:chgData name="Louise Brown (Advanced Research Computing)" userId="1a26bf97-cc65-4962-b1c9-f482974b10b6" providerId="ADAL" clId="{31240669-A139-4487-A095-57964DDBD73A}" dt="2026-01-22T10:47:35.791" v="190" actId="47"/>
        <pc:sldMkLst>
          <pc:docMk/>
          <pc:sldMk cId="2812364640" sldId="257"/>
        </pc:sldMkLst>
      </pc:sldChg>
      <pc:sldChg chg="addSp modSp new mod">
        <pc:chgData name="Louise Brown (Advanced Research Computing)" userId="1a26bf97-cc65-4962-b1c9-f482974b10b6" providerId="ADAL" clId="{31240669-A139-4487-A095-57964DDBD73A}" dt="2026-01-22T10:48:51.219" v="207" actId="1076"/>
        <pc:sldMkLst>
          <pc:docMk/>
          <pc:sldMk cId="2280401822" sldId="258"/>
        </pc:sldMkLst>
        <pc:spChg chg="mod">
          <ac:chgData name="Louise Brown (Advanced Research Computing)" userId="1a26bf97-cc65-4962-b1c9-f482974b10b6" providerId="ADAL" clId="{31240669-A139-4487-A095-57964DDBD73A}" dt="2026-01-22T10:48:14.125" v="203" actId="20577"/>
          <ac:spMkLst>
            <pc:docMk/>
            <pc:sldMk cId="2280401822" sldId="258"/>
            <ac:spMk id="2" creationId="{6A020C94-6C17-C80F-0339-34AD6ED68812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0:48:51.219" v="207" actId="1076"/>
          <ac:spMkLst>
            <pc:docMk/>
            <pc:sldMk cId="2280401822" sldId="258"/>
            <ac:spMk id="3" creationId="{B87E1EBF-0468-3F56-7095-A02AE6BA5B66}"/>
          </ac:spMkLst>
        </pc:spChg>
      </pc:sldChg>
      <pc:sldChg chg="addSp delSp modSp new mod">
        <pc:chgData name="Louise Brown (Advanced Research Computing)" userId="1a26bf97-cc65-4962-b1c9-f482974b10b6" providerId="ADAL" clId="{31240669-A139-4487-A095-57964DDBD73A}" dt="2026-01-22T11:46:18.382" v="334" actId="6549"/>
        <pc:sldMkLst>
          <pc:docMk/>
          <pc:sldMk cId="1223173470" sldId="259"/>
        </pc:sldMkLst>
        <pc:spChg chg="mod">
          <ac:chgData name="Louise Brown (Advanced Research Computing)" userId="1a26bf97-cc65-4962-b1c9-f482974b10b6" providerId="ADAL" clId="{31240669-A139-4487-A095-57964DDBD73A}" dt="2026-01-22T11:46:18.382" v="334" actId="6549"/>
          <ac:spMkLst>
            <pc:docMk/>
            <pc:sldMk cId="1223173470" sldId="259"/>
            <ac:spMk id="2" creationId="{A1C0AA22-98CD-700F-DA5E-1DA39DC34C88}"/>
          </ac:spMkLst>
        </pc:spChg>
        <pc:spChg chg="add del mod">
          <ac:chgData name="Louise Brown (Advanced Research Computing)" userId="1a26bf97-cc65-4962-b1c9-f482974b10b6" providerId="ADAL" clId="{31240669-A139-4487-A095-57964DDBD73A}" dt="2026-01-22T11:45:03.685" v="279" actId="478"/>
          <ac:spMkLst>
            <pc:docMk/>
            <pc:sldMk cId="1223173470" sldId="259"/>
            <ac:spMk id="4" creationId="{07762F95-5FA2-B311-42EE-09D4A0AB3B88}"/>
          </ac:spMkLst>
        </pc:spChg>
        <pc:spChg chg="add del mod">
          <ac:chgData name="Louise Brown (Advanced Research Computing)" userId="1a26bf97-cc65-4962-b1c9-f482974b10b6" providerId="ADAL" clId="{31240669-A139-4487-A095-57964DDBD73A}" dt="2026-01-22T11:45:08.139" v="280" actId="478"/>
          <ac:spMkLst>
            <pc:docMk/>
            <pc:sldMk cId="1223173470" sldId="259"/>
            <ac:spMk id="5" creationId="{648D5964-5BF6-17E7-E2B0-B4900D91A2C6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1:46:02.015" v="323" actId="1076"/>
          <ac:picMkLst>
            <pc:docMk/>
            <pc:sldMk cId="1223173470" sldId="259"/>
            <ac:picMk id="7" creationId="{E89E471C-F100-7FD3-2F01-6D32966E4A90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2:02:48.722" v="379" actId="1076"/>
        <pc:sldMkLst>
          <pc:docMk/>
          <pc:sldMk cId="166184496" sldId="260"/>
        </pc:sldMkLst>
        <pc:spChg chg="mod">
          <ac:chgData name="Louise Brown (Advanced Research Computing)" userId="1a26bf97-cc65-4962-b1c9-f482974b10b6" providerId="ADAL" clId="{31240669-A139-4487-A095-57964DDBD73A}" dt="2026-01-22T12:02:28.383" v="374" actId="20577"/>
          <ac:spMkLst>
            <pc:docMk/>
            <pc:sldMk cId="166184496" sldId="260"/>
            <ac:spMk id="2" creationId="{0CF44166-3037-0D08-1E15-C9913A060B4D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2:02:48.722" v="379" actId="1076"/>
          <ac:picMkLst>
            <pc:docMk/>
            <pc:sldMk cId="166184496" sldId="260"/>
            <ac:picMk id="4" creationId="{CE855A71-9A9A-CBA2-47BF-79907B25D21D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2:16:22.519" v="606" actId="1076"/>
        <pc:sldMkLst>
          <pc:docMk/>
          <pc:sldMk cId="3387996650" sldId="261"/>
        </pc:sldMkLst>
        <pc:spChg chg="add mod">
          <ac:chgData name="Louise Brown (Advanced Research Computing)" userId="1a26bf97-cc65-4962-b1c9-f482974b10b6" providerId="ADAL" clId="{31240669-A139-4487-A095-57964DDBD73A}" dt="2026-01-22T12:16:22.519" v="606" actId="1076"/>
          <ac:spMkLst>
            <pc:docMk/>
            <pc:sldMk cId="3387996650" sldId="261"/>
            <ac:spMk id="3" creationId="{9A1213C2-3BCC-1E61-B384-791CE63A59E0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2:16:13.163" v="605" actId="1076"/>
          <ac:spMkLst>
            <pc:docMk/>
            <pc:sldMk cId="3387996650" sldId="261"/>
            <ac:spMk id="4" creationId="{BCD21DF3-9AFB-0A5D-2490-B0D31D970D5C}"/>
          </ac:spMkLst>
        </pc:spChg>
      </pc:sldChg>
      <pc:sldChg chg="addSp modSp new mod">
        <pc:chgData name="Louise Brown (Advanced Research Computing)" userId="1a26bf97-cc65-4962-b1c9-f482974b10b6" providerId="ADAL" clId="{31240669-A139-4487-A095-57964DDBD73A}" dt="2026-01-22T13:39:43.615" v="663" actId="1076"/>
        <pc:sldMkLst>
          <pc:docMk/>
          <pc:sldMk cId="4091479220" sldId="262"/>
        </pc:sldMkLst>
        <pc:spChg chg="add mod">
          <ac:chgData name="Louise Brown (Advanced Research Computing)" userId="1a26bf97-cc65-4962-b1c9-f482974b10b6" providerId="ADAL" clId="{31240669-A139-4487-A095-57964DDBD73A}" dt="2026-01-22T13:39:42.378" v="662" actId="1076"/>
          <ac:spMkLst>
            <pc:docMk/>
            <pc:sldMk cId="4091479220" sldId="262"/>
            <ac:spMk id="4" creationId="{9A2AEFFA-200D-D500-21A7-99A4A7DF5C91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3:39:43.615" v="663" actId="1076"/>
          <ac:picMkLst>
            <pc:docMk/>
            <pc:sldMk cId="4091479220" sldId="262"/>
            <ac:picMk id="3" creationId="{E620C391-20C5-6C32-725C-F3CDA73D450C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4:14:21.298" v="708" actId="1076"/>
        <pc:sldMkLst>
          <pc:docMk/>
          <pc:sldMk cId="1539340951" sldId="263"/>
        </pc:sldMkLst>
        <pc:spChg chg="mod">
          <ac:chgData name="Louise Brown (Advanced Research Computing)" userId="1a26bf97-cc65-4962-b1c9-f482974b10b6" providerId="ADAL" clId="{31240669-A139-4487-A095-57964DDBD73A}" dt="2026-01-22T14:08:44.040" v="705" actId="20577"/>
          <ac:spMkLst>
            <pc:docMk/>
            <pc:sldMk cId="1539340951" sldId="263"/>
            <ac:spMk id="2" creationId="{24928B5C-1A88-B4C4-5A3C-F47521383AC3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4:14:21.298" v="708" actId="1076"/>
          <ac:spMkLst>
            <pc:docMk/>
            <pc:sldMk cId="1539340951" sldId="263"/>
            <ac:spMk id="6" creationId="{D862A857-BC7F-6160-DC28-E8A96EB9C2B8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3:52:47.729" v="669" actId="1076"/>
          <ac:picMkLst>
            <pc:docMk/>
            <pc:sldMk cId="1539340951" sldId="263"/>
            <ac:picMk id="4" creationId="{C8A61302-D799-3CAC-B293-FC50B01D71FB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4:23:16.235" v="753" actId="1076"/>
        <pc:sldMkLst>
          <pc:docMk/>
          <pc:sldMk cId="3126166857" sldId="264"/>
        </pc:sldMkLst>
        <pc:spChg chg="mod">
          <ac:chgData name="Louise Brown (Advanced Research Computing)" userId="1a26bf97-cc65-4962-b1c9-f482974b10b6" providerId="ADAL" clId="{31240669-A139-4487-A095-57964DDBD73A}" dt="2026-01-22T14:22:58.726" v="750" actId="14100"/>
          <ac:spMkLst>
            <pc:docMk/>
            <pc:sldMk cId="3126166857" sldId="264"/>
            <ac:spMk id="2" creationId="{FCC965EE-9C4A-AB47-3B1A-4DEAC42DA56D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4:23:16.235" v="753" actId="1076"/>
          <ac:picMkLst>
            <pc:docMk/>
            <pc:sldMk cId="3126166857" sldId="264"/>
            <ac:picMk id="4" creationId="{1E06D451-73A2-F435-E8E0-0B96AAFF0DE0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7:38:27.628" v="792"/>
        <pc:sldMkLst>
          <pc:docMk/>
          <pc:sldMk cId="4021048157" sldId="265"/>
        </pc:sldMkLst>
        <pc:spChg chg="mod">
          <ac:chgData name="Louise Brown (Advanced Research Computing)" userId="1a26bf97-cc65-4962-b1c9-f482974b10b6" providerId="ADAL" clId="{31240669-A139-4487-A095-57964DDBD73A}" dt="2026-01-22T17:36:44.843" v="773" actId="20577"/>
          <ac:spMkLst>
            <pc:docMk/>
            <pc:sldMk cId="4021048157" sldId="265"/>
            <ac:spMk id="2" creationId="{0CFE0A42-F4D5-382F-621D-DC3BE775C062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7:38:27.628" v="792"/>
          <ac:spMkLst>
            <pc:docMk/>
            <pc:sldMk cId="4021048157" sldId="265"/>
            <ac:spMk id="5" creationId="{C84F50C2-7982-2AC2-BAE5-AAD07970BB13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7:37:23.676" v="777" actId="1076"/>
          <ac:picMkLst>
            <pc:docMk/>
            <pc:sldMk cId="4021048157" sldId="265"/>
            <ac:picMk id="4" creationId="{C2AAD6C3-10B3-43D2-E4E9-ABAFE4A781F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BA30-CA74-E763-625B-555934E98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6A1C4-51D7-B307-5E38-F411455C5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6A8D-B4D0-5732-830E-C707D59E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DAAEA-A036-2CEE-0885-E81D5283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AADB5-B2A6-CFDA-3207-665DC40C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66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1F9C-7140-6429-3505-00CE502D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961E9-4854-3AD3-BE7D-E90498BC8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EF0FD-0880-616E-E0AC-745EA67F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CC0D-7F9B-65BB-8EA8-737F1FD0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DF45E-AA14-765F-52AC-5344FC6A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59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ACC5-3B51-0F58-39D9-BCB27AA6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6BFD0-F031-78A4-5C0C-E2EA34ABC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56A51-315A-0028-ECAA-373B3221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C51E3-10DE-98E8-0700-9AACC4AB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2DF0E-33AA-3B39-DC47-24DCA720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59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425D-55F5-C27E-1072-A4F09BD7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7C5A8-B5E0-9AAC-D03A-50F4DAD2E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EF9CA-E8C9-A1E1-3DF0-2B4A07840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2C7D1-3446-37B0-2B85-B8EC4427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A8848-4EB5-ED15-A034-F5B249DC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E42BA-E69C-A9CA-B8D2-D8383649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21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0F49-19EA-7088-DA39-940E1FA9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9DB58-57FE-ABF9-4B32-44EEA39BD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E3C41-80BA-F1E2-26DA-23FC856EF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D02809-9BF2-0FF3-1759-C9670E549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565B-64A0-863A-47D1-89AD7FC91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D0C373-E221-08F0-60B9-529ABB58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9393C-2793-14E0-C3DB-4CE00C6F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869EE-B846-CD34-E0BA-9149954D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00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CA2E-9ACA-540D-92EE-584EEEBC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47C79-5BDE-1DD6-8D00-172B069C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023BE-1E37-03FD-5DF1-4CF9F262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30A66-E91B-11C4-492C-50B7A2AA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24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3559C-4961-545C-9531-B9DD4332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6F31D-C34F-3986-616E-D6DFDF8A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3506E-25C4-7C2A-C75E-B4AB29AF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85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A5972-5B4E-A7BC-2882-1E5EE36F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4713-D632-3B47-75AA-F4B2EE705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33378-BCCC-181C-D963-ACB8E56CF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29808-3BC8-5BDD-639F-19AE420D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47957-08B0-A971-0684-984F60F7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D66D2-A3F9-BD77-A8C7-5F28B46E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12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5B8F-B140-21AA-39BC-EEF47DEC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FFF4A-9BD0-18A0-A087-8BF529ED8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21D04-F51B-1DB7-FB6E-E39234A0B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5D663-8927-7571-B926-FB25A4BB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08EAE-C990-072F-EA7E-6FC3DEB4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F7F33-BE3F-D40B-AAB4-235B76AF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1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DCC4-5B2F-94D7-35FC-831D84BC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13564-C611-1006-D4CF-A430B4012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2847B-4895-8C8C-0330-F0758108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EF406-9C28-F966-B554-EEB571FF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51490-0B3E-48B6-0C43-3B62A3D16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71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3CCE31-6F9A-A075-D7DE-4DB34FBBB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BF74-35A8-051A-B5EE-430FF86A5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910B4-9542-8117-188A-F0735832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3D62-EC33-1877-6438-1DB9485E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E168-1BE4-EFD1-90BD-934EF8A4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58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E4F16-6A33-590C-E998-18078E5F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21935-1F17-2770-8A15-DB1289DB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51E4-A158-152B-4B4B-64E5199C7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BFD85-82E7-47E4-885E-AE80971B230E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089DA-EA2E-9F78-F186-A5C4CD757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E1C0-E421-00EB-C540-B503BD142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37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ad.carpentries.org/2026-03-10-bham-intro-web-scraping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Web_scraping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0C94-6C17-C80F-0339-34AD6ED68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Welcome to Introduction to Web Scraping!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E1EBF-0468-3F56-7095-A02AE6BA5B66}"/>
              </a:ext>
            </a:extLst>
          </p:cNvPr>
          <p:cNvSpPr txBox="1"/>
          <p:nvPr/>
        </p:nvSpPr>
        <p:spPr>
          <a:xfrm>
            <a:off x="1377042" y="2492828"/>
            <a:ext cx="94379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Please log onto the </a:t>
            </a:r>
            <a:r>
              <a:rPr lang="en-GB" sz="2800" dirty="0" err="1">
                <a:latin typeface="Gill Sans MT" panose="020B0502020104020203" pitchFamily="34" charset="0"/>
              </a:rPr>
              <a:t>Etherpad</a:t>
            </a:r>
            <a:r>
              <a:rPr lang="en-GB" sz="2800" dirty="0">
                <a:latin typeface="Gill Sans MT" panose="020B0502020104020203" pitchFamily="34" charset="0"/>
              </a:rPr>
              <a:t>: </a:t>
            </a:r>
          </a:p>
          <a:p>
            <a:r>
              <a:rPr lang="en-GB" sz="2800" dirty="0">
                <a:latin typeface="Gill Sans MT" panose="020B0502020104020203" pitchFamily="34" charset="0"/>
                <a:hlinkClick r:id="rId2"/>
              </a:rPr>
              <a:t>https://pad.carpentries.org/2026-03-10-bham-intro-web-scraping</a:t>
            </a:r>
            <a:endParaRPr lang="en-GB" sz="2800" dirty="0">
              <a:latin typeface="Gill Sans MT" panose="020B0502020104020203" pitchFamily="34" charset="0"/>
            </a:endParaRPr>
          </a:p>
          <a:p>
            <a:endParaRPr lang="en-GB" sz="2800" dirty="0">
              <a:latin typeface="Gill Sans MT" panose="020B0502020104020203" pitchFamily="34" charset="0"/>
            </a:endParaRPr>
          </a:p>
          <a:p>
            <a:r>
              <a:rPr lang="en-GB" sz="2800" dirty="0">
                <a:latin typeface="Gill Sans MT" panose="020B0502020104020203" pitchFamily="34" charset="0"/>
              </a:rPr>
              <a:t>Add your details in the ‘Sign in’ section</a:t>
            </a:r>
          </a:p>
          <a:p>
            <a:endParaRPr lang="en-GB" sz="2800" dirty="0">
              <a:latin typeface="Gill Sans MT" panose="020B0502020104020203" pitchFamily="34" charset="0"/>
            </a:endParaRPr>
          </a:p>
          <a:p>
            <a:r>
              <a:rPr lang="en-GB" sz="2800" dirty="0">
                <a:latin typeface="Gill Sans MT" panose="020B0502020104020203" pitchFamily="34" charset="0"/>
              </a:rPr>
              <a:t>Check if you have completed the Software Setup’</a:t>
            </a:r>
          </a:p>
        </p:txBody>
      </p:sp>
    </p:spTree>
    <p:extLst>
      <p:ext uri="{BB962C8B-B14F-4D97-AF65-F5344CB8AC3E}">
        <p14:creationId xmlns:p14="http://schemas.microsoft.com/office/powerpoint/2010/main" val="228040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AA22-98CD-700F-DA5E-1DA39DC3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code from Canadian MPs webpage</a:t>
            </a:r>
          </a:p>
        </p:txBody>
      </p:sp>
      <p:pic>
        <p:nvPicPr>
          <p:cNvPr id="7" name="Picture 6" descr="A screenshot of html cod">
            <a:extLst>
              <a:ext uri="{FF2B5EF4-FFF2-40B4-BE49-F238E27FC236}">
                <a16:creationId xmlns:a16="http://schemas.microsoft.com/office/drawing/2014/main" id="{E89E471C-F100-7FD3-2F01-6D32966E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45" y="1970356"/>
            <a:ext cx="10119509" cy="390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7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4166-3037-0D08-1E15-C9913A06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/>
          <a:lstStyle/>
          <a:p>
            <a:r>
              <a:rPr lang="en-GB" dirty="0"/>
              <a:t>html code from UK MPs webpage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855A71-9A9A-CBA2-47BF-79907B25D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95" y="1188720"/>
            <a:ext cx="10578610" cy="54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4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213C2-3BCC-1E61-B384-791CE63A59E0}"/>
              </a:ext>
            </a:extLst>
          </p:cNvPr>
          <p:cNvSpPr txBox="1"/>
          <p:nvPr/>
        </p:nvSpPr>
        <p:spPr>
          <a:xfrm>
            <a:off x="1766316" y="4153715"/>
            <a:ext cx="86593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Web scraping typically targets one web site at a time to extract unstructured information and put it in a structured form for reuse.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21DF3-9AFB-0A5D-2490-B0D31D970D5C}"/>
              </a:ext>
            </a:extLst>
          </p:cNvPr>
          <p:cNvSpPr txBox="1"/>
          <p:nvPr/>
        </p:nvSpPr>
        <p:spPr>
          <a:xfrm>
            <a:off x="2004060" y="1146434"/>
            <a:ext cx="818388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“Web scraping (web harvesting or web data extraction) is a computer software technique of extracting information from websites.”</a:t>
            </a:r>
          </a:p>
          <a:p>
            <a:r>
              <a:rPr lang="en-GB" sz="2800" dirty="0">
                <a:latin typeface="Gill Sans MT" panose="020B0502020104020203" pitchFamily="34" charset="0"/>
              </a:rPr>
              <a:t>Wikipedia </a:t>
            </a:r>
            <a:r>
              <a:rPr lang="en-GB" sz="2800" b="0" u="sng" dirty="0">
                <a:solidFill>
                  <a:srgbClr val="3B3B3B"/>
                </a:solidFill>
                <a:effectLst/>
                <a:latin typeface="Gill Sans MT" panose="020B0502020104020203" pitchFamily="34" charset="0"/>
                <a:hlinkClick r:id="rId2"/>
              </a:rPr>
              <a:t>https://en.wikipedia.org/wiki/Web_scraping</a:t>
            </a:r>
            <a:endParaRPr lang="en-GB" sz="2800" b="0" u="sng" dirty="0">
              <a:solidFill>
                <a:srgbClr val="3B3B3B"/>
              </a:solidFill>
              <a:effectLst/>
              <a:latin typeface="Gill Sans MT" panose="020B0502020104020203" pitchFamily="34" charset="0"/>
            </a:endParaRPr>
          </a:p>
          <a:p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99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E620C391-20C5-6C32-725C-F3CDA73D4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08" y="1053458"/>
            <a:ext cx="9315816" cy="5594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2AEFFA-200D-D500-21A7-99A4A7DF5C91}"/>
              </a:ext>
            </a:extLst>
          </p:cNvPr>
          <p:cNvSpPr txBox="1"/>
          <p:nvPr/>
        </p:nvSpPr>
        <p:spPr>
          <a:xfrm>
            <a:off x="1481720" y="210312"/>
            <a:ext cx="8622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Gill Sans MT" panose="020B0502020104020203" pitchFamily="34" charset="0"/>
              </a:rPr>
              <a:t>Hypertext Markup Language – html</a:t>
            </a:r>
          </a:p>
        </p:txBody>
      </p:sp>
    </p:spTree>
    <p:extLst>
      <p:ext uri="{BB962C8B-B14F-4D97-AF65-F5344CB8AC3E}">
        <p14:creationId xmlns:p14="http://schemas.microsoft.com/office/powerpoint/2010/main" val="4091479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8B5C-1A88-B4C4-5A3C-F4752138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 Tree Format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C8A61302-D799-3CAC-B293-FC50B01D7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517" y="1892226"/>
            <a:ext cx="5476965" cy="44992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62A857-BC7F-6160-DC28-E8A96EB9C2B8}"/>
              </a:ext>
            </a:extLst>
          </p:cNvPr>
          <p:cNvSpPr txBox="1"/>
          <p:nvPr/>
        </p:nvSpPr>
        <p:spPr>
          <a:xfrm>
            <a:off x="7961376" y="6391518"/>
            <a:ext cx="4230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12529"/>
                </a:solidFill>
                <a:effectLst/>
                <a:latin typeface="Mulish"/>
              </a:rPr>
              <a:t>Source: Wikipedia. Author: Birger Eriksson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340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65EE-9C4A-AB47-3B1A-4DEAC42D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603"/>
          </a:xfrm>
        </p:spPr>
        <p:txBody>
          <a:bodyPr/>
          <a:lstStyle/>
          <a:p>
            <a:r>
              <a:rPr lang="en-GB" dirty="0"/>
              <a:t>Cascading Style Sheet (CSS) Code 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E06D451-73A2-F435-E8E0-0B96AAFF0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357" y="1576007"/>
            <a:ext cx="4441285" cy="477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66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0A42-F4D5-382F-621D-DC3BE775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Email address</a:t>
            </a:r>
          </a:p>
        </p:txBody>
      </p:sp>
      <p:pic>
        <p:nvPicPr>
          <p:cNvPr id="4" name="Picture 3" descr="A computer code on a white background&#10;&#10;AI-generated content may be incorrect.">
            <a:extLst>
              <a:ext uri="{FF2B5EF4-FFF2-40B4-BE49-F238E27FC236}">
                <a16:creationId xmlns:a16="http://schemas.microsoft.com/office/drawing/2014/main" id="{C2AAD6C3-10B3-43D2-E4E9-ABAFE4A78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90" y="1690688"/>
            <a:ext cx="11400420" cy="39907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4F50C2-7982-2AC2-BAE5-AAD07970BB13}"/>
              </a:ext>
            </a:extLst>
          </p:cNvPr>
          <p:cNvSpPr txBox="1"/>
          <p:nvPr/>
        </p:nvSpPr>
        <p:spPr>
          <a:xfrm>
            <a:off x="838200" y="5788152"/>
            <a:ext cx="8634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Selector: </a:t>
            </a:r>
            <a:r>
              <a:rPr lang="en-GB" sz="2800" b="0" i="0" dirty="0" err="1">
                <a:solidFill>
                  <a:srgbClr val="333333"/>
                </a:solidFill>
                <a:effectLst/>
                <a:latin typeface="Helvetica Neue"/>
              </a:rPr>
              <a:t>div.contact-line:nth-of-type</a:t>
            </a:r>
            <a:r>
              <a:rPr lang="en-GB" sz="2800" b="0" i="0" dirty="0">
                <a:solidFill>
                  <a:srgbClr val="333333"/>
                </a:solidFill>
                <a:effectLst/>
                <a:latin typeface="Helvetica Neue"/>
              </a:rPr>
              <a:t>(2) a</a:t>
            </a:r>
            <a:endParaRPr lang="en-GB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048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149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Gill Sans MT</vt:lpstr>
      <vt:lpstr>Helvetica Neue</vt:lpstr>
      <vt:lpstr>Mulish</vt:lpstr>
      <vt:lpstr>Office Theme</vt:lpstr>
      <vt:lpstr>Welcome to Introduction to Web Scraping!</vt:lpstr>
      <vt:lpstr>html code from Canadian MPs webpage</vt:lpstr>
      <vt:lpstr>html code from UK MPs webpage</vt:lpstr>
      <vt:lpstr>PowerPoint Presentation</vt:lpstr>
      <vt:lpstr>PowerPoint Presentation</vt:lpstr>
      <vt:lpstr>html  Tree Format</vt:lpstr>
      <vt:lpstr>Cascading Style Sheet (CSS) Code </vt:lpstr>
      <vt:lpstr>Email address</vt:lpstr>
    </vt:vector>
  </TitlesOfParts>
  <Company>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Brown (Advanced Research Computing)</dc:creator>
  <cp:lastModifiedBy>Louise Brown (Advanced Research Computing)</cp:lastModifiedBy>
  <cp:revision>1</cp:revision>
  <dcterms:created xsi:type="dcterms:W3CDTF">2026-01-22T08:58:37Z</dcterms:created>
  <dcterms:modified xsi:type="dcterms:W3CDTF">2026-01-22T17:38:31Z</dcterms:modified>
</cp:coreProperties>
</file>